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5"/>
  </p:notesMasterIdLst>
  <p:sldIdLst>
    <p:sldId id="256" r:id="rId4"/>
    <p:sldId id="271" r:id="rId6"/>
    <p:sldId id="272" r:id="rId7"/>
    <p:sldId id="289" r:id="rId8"/>
    <p:sldId id="290" r:id="rId9"/>
    <p:sldId id="274" r:id="rId10"/>
    <p:sldId id="275" r:id="rId11"/>
    <p:sldId id="276" r:id="rId12"/>
    <p:sldId id="286" r:id="rId13"/>
    <p:sldId id="287" r:id="rId14"/>
    <p:sldId id="277" r:id="rId15"/>
    <p:sldId id="278" r:id="rId16"/>
    <p:sldId id="288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70" r:id="rId25"/>
  </p:sldIdLst>
  <p:sldSz cx="1219327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 panose="020B0604020202020204"/>
              </a:rPr>
              <a:t>Click to move the slide</a:t>
            </a:r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2000" b="0" strike="noStrike" spc="-1">
                <a:latin typeface="Arial" panose="020B0604020202020204"/>
              </a:rPr>
              <a:t>Click to edit the notes format</a:t>
            </a:r>
            <a:endParaRPr lang="en-US" sz="2000" b="0" strike="noStrike" spc="-1">
              <a:latin typeface="Arial" panose="020B0604020202020204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Times New Roman" panose="02020603050405020304"/>
              </a:rPr>
              <a:t>&lt;header&gt;</a:t>
            </a:r>
            <a:endParaRPr lang="en-US" sz="1400" b="0" strike="noStrike" spc="-1">
              <a:latin typeface="Times New Roman" panose="02020603050405020304"/>
            </a:endParaRPr>
          </a:p>
        </p:txBody>
      </p:sp>
      <p:sp>
        <p:nvSpPr>
          <p:cNvPr id="172" name="PlaceHolder 4"/>
          <p:cNvSpPr>
            <a:spLocks noGrp="1"/>
          </p:cNvSpPr>
          <p:nvPr>
            <p:ph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US" sz="1400" b="0" strike="noStrike" spc="-1">
                <a:latin typeface="Times New Roman" panose="02020603050405020304"/>
              </a:rPr>
              <a:t>&lt;date/time&gt;</a:t>
            </a:r>
            <a:endParaRPr lang="en-US" sz="1400" b="0" strike="noStrike" spc="-1">
              <a:latin typeface="Times New Roman" panose="02020603050405020304"/>
            </a:endParaRPr>
          </a:p>
        </p:txBody>
      </p:sp>
      <p:sp>
        <p:nvSpPr>
          <p:cNvPr id="173" name="PlaceHolder 5"/>
          <p:cNvSpPr>
            <a:spLocks noGrp="1"/>
          </p:cNvSpPr>
          <p:nvPr>
            <p:ph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 panose="02020603050405020304"/>
              </a:rPr>
              <a:t>&lt;footer&gt;</a:t>
            </a:r>
            <a:endParaRPr lang="en-US" sz="1400" b="0" strike="noStrike" spc="-1">
              <a:latin typeface="Times New Roman" panose="02020603050405020304"/>
            </a:endParaRPr>
          </a:p>
        </p:txBody>
      </p:sp>
      <p:sp>
        <p:nvSpPr>
          <p:cNvPr id="174" name="PlaceHolder 6"/>
          <p:cNvSpPr>
            <a:spLocks noGrp="1"/>
          </p:cNvSpPr>
          <p:nvPr>
            <p:ph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33012850-FEF6-4CB8-A426-B169EFCCB63F}" type="slidenum">
              <a:rPr lang="en-US" sz="1400" b="0" strike="noStrike" spc="-1">
                <a:latin typeface="Times New Roman" panose="02020603050405020304"/>
              </a:rPr>
            </a:fld>
            <a:endParaRPr lang="en-US" sz="1400" b="0" strike="noStrike" spc="-1"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CustomShape 1"/>
          <p:cNvSpPr/>
          <p:nvPr/>
        </p:nvSpPr>
        <p:spPr>
          <a:xfrm>
            <a:off x="3884760" y="8685360"/>
            <a:ext cx="2966040" cy="453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Autofit/>
          </a:bodyPr>
          <a:lstStyle/>
          <a:p>
            <a:pPr marL="215900" indent="-200660" algn="r">
              <a:lnSpc>
                <a:spcPct val="100000"/>
              </a:lnSpc>
              <a:tabLst>
                <a:tab pos="0" algn="l"/>
              </a:tabLst>
            </a:pPr>
            <a:fld id="{37E2890E-4B58-4681-B203-37191FC37152}" type="slidenum">
              <a:rPr lang="en-US" sz="1200" b="0" strike="noStrike" spc="-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</a:fld>
            <a:endParaRPr lang="en-US" sz="1200" b="0" strike="noStrike" spc="-1">
              <a:latin typeface="Arial" panose="020B0604020202020204"/>
            </a:endParaRPr>
          </a:p>
        </p:txBody>
      </p:sp>
      <p:sp>
        <p:nvSpPr>
          <p:cNvPr id="268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3225" cy="3084513"/>
          </a:xfrm>
          <a:prstGeom prst="rect">
            <a:avLst/>
          </a:prstGeom>
        </p:spPr>
      </p:sp>
      <p:sp>
        <p:nvSpPr>
          <p:cNvPr id="269" name="PlaceHolder 3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0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CustomShape 1"/>
          <p:cNvSpPr/>
          <p:nvPr/>
        </p:nvSpPr>
        <p:spPr>
          <a:xfrm>
            <a:off x="3884760" y="8685360"/>
            <a:ext cx="2966040" cy="453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Autofit/>
          </a:bodyPr>
          <a:lstStyle/>
          <a:p>
            <a:pPr marL="215900" indent="-200660" algn="r">
              <a:lnSpc>
                <a:spcPct val="100000"/>
              </a:lnSpc>
              <a:tabLst>
                <a:tab pos="0" algn="l"/>
              </a:tabLst>
            </a:pPr>
            <a:fld id="{1327D144-ECD1-4D85-B204-DB8EA3803504}" type="slidenum">
              <a:rPr lang="en-US" sz="1200" b="0" strike="noStrike" spc="-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</a:fld>
            <a:endParaRPr lang="en-US" sz="1200" b="0" strike="noStrike" spc="-1">
              <a:latin typeface="Arial" panose="020B0604020202020204"/>
            </a:endParaRPr>
          </a:p>
        </p:txBody>
      </p:sp>
      <p:sp>
        <p:nvSpPr>
          <p:cNvPr id="298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3225" cy="3084513"/>
          </a:xfrm>
          <a:prstGeom prst="rect">
            <a:avLst/>
          </a:prstGeom>
        </p:spPr>
      </p:sp>
      <p:sp>
        <p:nvSpPr>
          <p:cNvPr id="299" name="PlaceHolder 3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0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CustomShape 1"/>
          <p:cNvSpPr/>
          <p:nvPr/>
        </p:nvSpPr>
        <p:spPr>
          <a:xfrm>
            <a:off x="3884760" y="8685360"/>
            <a:ext cx="2966040" cy="453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Autofit/>
          </a:bodyPr>
          <a:lstStyle/>
          <a:p>
            <a:pPr marL="215900" indent="-200660" algn="r">
              <a:lnSpc>
                <a:spcPct val="100000"/>
              </a:lnSpc>
              <a:tabLst>
                <a:tab pos="0" algn="l"/>
              </a:tabLst>
            </a:pPr>
            <a:fld id="{1327D144-ECD1-4D85-B204-DB8EA3803504}" type="slidenum">
              <a:rPr lang="en-US" sz="1200" b="0" strike="noStrike" spc="-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</a:fld>
            <a:endParaRPr lang="en-US" sz="1200" b="0" strike="noStrike" spc="-1">
              <a:latin typeface="Arial" panose="020B0604020202020204"/>
            </a:endParaRPr>
          </a:p>
        </p:txBody>
      </p:sp>
      <p:sp>
        <p:nvSpPr>
          <p:cNvPr id="298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3225" cy="3084513"/>
          </a:xfrm>
          <a:prstGeom prst="rect">
            <a:avLst/>
          </a:prstGeom>
        </p:spPr>
      </p:sp>
      <p:sp>
        <p:nvSpPr>
          <p:cNvPr id="299" name="PlaceHolder 3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0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CustomShape 1"/>
          <p:cNvSpPr/>
          <p:nvPr/>
        </p:nvSpPr>
        <p:spPr>
          <a:xfrm>
            <a:off x="3884760" y="8685360"/>
            <a:ext cx="2966040" cy="453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Autofit/>
          </a:bodyPr>
          <a:lstStyle/>
          <a:p>
            <a:pPr marL="215900" indent="-200660" algn="r">
              <a:lnSpc>
                <a:spcPct val="100000"/>
              </a:lnSpc>
              <a:tabLst>
                <a:tab pos="0" algn="l"/>
              </a:tabLst>
            </a:pPr>
            <a:fld id="{1327D144-ECD1-4D85-B204-DB8EA3803504}" type="slidenum">
              <a:rPr lang="en-US" sz="1200" b="0" strike="noStrike" spc="-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</a:fld>
            <a:endParaRPr lang="en-US" sz="1200" b="0" strike="noStrike" spc="-1">
              <a:latin typeface="Arial" panose="020B0604020202020204"/>
            </a:endParaRPr>
          </a:p>
        </p:txBody>
      </p:sp>
      <p:sp>
        <p:nvSpPr>
          <p:cNvPr id="298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3225" cy="3084513"/>
          </a:xfrm>
          <a:prstGeom prst="rect">
            <a:avLst/>
          </a:prstGeom>
        </p:spPr>
      </p:sp>
      <p:sp>
        <p:nvSpPr>
          <p:cNvPr id="299" name="PlaceHolder 3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0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CustomShape 1"/>
          <p:cNvSpPr/>
          <p:nvPr/>
        </p:nvSpPr>
        <p:spPr>
          <a:xfrm>
            <a:off x="3884760" y="8685360"/>
            <a:ext cx="2966040" cy="453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Autofit/>
          </a:bodyPr>
          <a:lstStyle/>
          <a:p>
            <a:pPr marL="215900" indent="-200660" algn="r">
              <a:lnSpc>
                <a:spcPct val="100000"/>
              </a:lnSpc>
              <a:tabLst>
                <a:tab pos="0" algn="l"/>
              </a:tabLst>
            </a:pPr>
            <a:fld id="{1327D144-ECD1-4D85-B204-DB8EA3803504}" type="slidenum">
              <a:rPr lang="en-US" sz="1200" b="0" strike="noStrike" spc="-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</a:fld>
            <a:endParaRPr lang="en-US" sz="1200" b="0" strike="noStrike" spc="-1">
              <a:latin typeface="Arial" panose="020B0604020202020204"/>
            </a:endParaRPr>
          </a:p>
        </p:txBody>
      </p:sp>
      <p:sp>
        <p:nvSpPr>
          <p:cNvPr id="298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3225" cy="3084513"/>
          </a:xfrm>
          <a:prstGeom prst="rect">
            <a:avLst/>
          </a:prstGeom>
        </p:spPr>
      </p:sp>
      <p:sp>
        <p:nvSpPr>
          <p:cNvPr id="299" name="PlaceHolder 3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0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CustomShape 1"/>
          <p:cNvSpPr/>
          <p:nvPr/>
        </p:nvSpPr>
        <p:spPr>
          <a:xfrm>
            <a:off x="3884760" y="8685360"/>
            <a:ext cx="2966040" cy="453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Autofit/>
          </a:bodyPr>
          <a:lstStyle/>
          <a:p>
            <a:pPr marL="215900" indent="-200660" algn="r">
              <a:lnSpc>
                <a:spcPct val="100000"/>
              </a:lnSpc>
              <a:tabLst>
                <a:tab pos="0" algn="l"/>
              </a:tabLst>
            </a:pPr>
            <a:fld id="{1327D144-ECD1-4D85-B204-DB8EA3803504}" type="slidenum">
              <a:rPr lang="en-US" sz="1200" b="0" strike="noStrike" spc="-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</a:fld>
            <a:endParaRPr lang="en-US" sz="1200" b="0" strike="noStrike" spc="-1">
              <a:latin typeface="Arial" panose="020B0604020202020204"/>
            </a:endParaRPr>
          </a:p>
        </p:txBody>
      </p:sp>
      <p:sp>
        <p:nvSpPr>
          <p:cNvPr id="298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3225" cy="3084513"/>
          </a:xfrm>
          <a:prstGeom prst="rect">
            <a:avLst/>
          </a:prstGeom>
        </p:spPr>
      </p:sp>
      <p:sp>
        <p:nvSpPr>
          <p:cNvPr id="299" name="PlaceHolder 3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0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CustomShape 1"/>
          <p:cNvSpPr/>
          <p:nvPr/>
        </p:nvSpPr>
        <p:spPr>
          <a:xfrm>
            <a:off x="3884760" y="8685360"/>
            <a:ext cx="2966040" cy="453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Autofit/>
          </a:bodyPr>
          <a:lstStyle/>
          <a:p>
            <a:pPr marL="215900" indent="-200660" algn="r">
              <a:lnSpc>
                <a:spcPct val="100000"/>
              </a:lnSpc>
              <a:tabLst>
                <a:tab pos="0" algn="l"/>
              </a:tabLst>
            </a:pPr>
            <a:fld id="{1327D144-ECD1-4D85-B204-DB8EA3803504}" type="slidenum">
              <a:rPr lang="en-US" sz="1200" b="0" strike="noStrike" spc="-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</a:fld>
            <a:endParaRPr lang="en-US" sz="1200" b="0" strike="noStrike" spc="-1">
              <a:latin typeface="Arial" panose="020B0604020202020204"/>
            </a:endParaRPr>
          </a:p>
        </p:txBody>
      </p:sp>
      <p:sp>
        <p:nvSpPr>
          <p:cNvPr id="298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3225" cy="3084513"/>
          </a:xfrm>
          <a:prstGeom prst="rect">
            <a:avLst/>
          </a:prstGeom>
        </p:spPr>
      </p:sp>
      <p:sp>
        <p:nvSpPr>
          <p:cNvPr id="299" name="PlaceHolder 3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0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CustomShape 1"/>
          <p:cNvSpPr/>
          <p:nvPr/>
        </p:nvSpPr>
        <p:spPr>
          <a:xfrm>
            <a:off x="3884760" y="8685360"/>
            <a:ext cx="2966040" cy="453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Autofit/>
          </a:bodyPr>
          <a:lstStyle/>
          <a:p>
            <a:pPr marL="215900" indent="-200660" algn="r">
              <a:lnSpc>
                <a:spcPct val="100000"/>
              </a:lnSpc>
              <a:tabLst>
                <a:tab pos="0" algn="l"/>
              </a:tabLst>
            </a:pPr>
            <a:fld id="{1327D144-ECD1-4D85-B204-DB8EA3803504}" type="slidenum">
              <a:rPr lang="en-US" sz="1200" b="0" strike="noStrike" spc="-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</a:fld>
            <a:endParaRPr lang="en-US" sz="1200" b="0" strike="noStrike" spc="-1">
              <a:latin typeface="Arial" panose="020B0604020202020204"/>
            </a:endParaRPr>
          </a:p>
        </p:txBody>
      </p:sp>
      <p:sp>
        <p:nvSpPr>
          <p:cNvPr id="298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3225" cy="3084513"/>
          </a:xfrm>
          <a:prstGeom prst="rect">
            <a:avLst/>
          </a:prstGeom>
        </p:spPr>
      </p:sp>
      <p:sp>
        <p:nvSpPr>
          <p:cNvPr id="299" name="PlaceHolder 3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0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CustomShape 1"/>
          <p:cNvSpPr/>
          <p:nvPr/>
        </p:nvSpPr>
        <p:spPr>
          <a:xfrm>
            <a:off x="3884760" y="8685360"/>
            <a:ext cx="2966040" cy="453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Autofit/>
          </a:bodyPr>
          <a:lstStyle/>
          <a:p>
            <a:pPr marL="215900" indent="-200660" algn="r">
              <a:lnSpc>
                <a:spcPct val="100000"/>
              </a:lnSpc>
              <a:tabLst>
                <a:tab pos="0" algn="l"/>
              </a:tabLst>
            </a:pPr>
            <a:fld id="{1327D144-ECD1-4D85-B204-DB8EA3803504}" type="slidenum">
              <a:rPr lang="en-US" sz="1200" b="0" strike="noStrike" spc="-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</a:fld>
            <a:endParaRPr lang="en-US" sz="1200" b="0" strike="noStrike" spc="-1">
              <a:latin typeface="Arial" panose="020B0604020202020204"/>
            </a:endParaRPr>
          </a:p>
        </p:txBody>
      </p:sp>
      <p:sp>
        <p:nvSpPr>
          <p:cNvPr id="298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3225" cy="3084513"/>
          </a:xfrm>
          <a:prstGeom prst="rect">
            <a:avLst/>
          </a:prstGeom>
        </p:spPr>
      </p:sp>
      <p:sp>
        <p:nvSpPr>
          <p:cNvPr id="299" name="PlaceHolder 3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0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CustomShape 1"/>
          <p:cNvSpPr/>
          <p:nvPr/>
        </p:nvSpPr>
        <p:spPr>
          <a:xfrm>
            <a:off x="3884760" y="8685360"/>
            <a:ext cx="2966040" cy="453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Autofit/>
          </a:bodyPr>
          <a:lstStyle/>
          <a:p>
            <a:pPr marL="215900" indent="-200660" algn="r">
              <a:lnSpc>
                <a:spcPct val="100000"/>
              </a:lnSpc>
              <a:tabLst>
                <a:tab pos="0" algn="l"/>
              </a:tabLst>
            </a:pPr>
            <a:fld id="{1327D144-ECD1-4D85-B204-DB8EA3803504}" type="slidenum">
              <a:rPr lang="en-US" sz="1200" b="0" strike="noStrike" spc="-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</a:fld>
            <a:endParaRPr lang="en-US" sz="1200" b="0" strike="noStrike" spc="-1">
              <a:latin typeface="Arial" panose="020B0604020202020204"/>
            </a:endParaRPr>
          </a:p>
        </p:txBody>
      </p:sp>
      <p:sp>
        <p:nvSpPr>
          <p:cNvPr id="298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3225" cy="3084513"/>
          </a:xfrm>
          <a:prstGeom prst="rect">
            <a:avLst/>
          </a:prstGeom>
        </p:spPr>
      </p:sp>
      <p:sp>
        <p:nvSpPr>
          <p:cNvPr id="299" name="PlaceHolder 3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0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CustomShape 1"/>
          <p:cNvSpPr/>
          <p:nvPr/>
        </p:nvSpPr>
        <p:spPr>
          <a:xfrm>
            <a:off x="3884760" y="8685360"/>
            <a:ext cx="2966040" cy="453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Autofit/>
          </a:bodyPr>
          <a:lstStyle/>
          <a:p>
            <a:pPr marL="215900" indent="-200660" algn="r">
              <a:lnSpc>
                <a:spcPct val="100000"/>
              </a:lnSpc>
              <a:tabLst>
                <a:tab pos="0" algn="l"/>
              </a:tabLst>
            </a:pPr>
            <a:fld id="{1327D144-ECD1-4D85-B204-DB8EA3803504}" type="slidenum">
              <a:rPr lang="en-US" sz="1200" b="0" strike="noStrike" spc="-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</a:fld>
            <a:endParaRPr lang="en-US" sz="1200" b="0" strike="noStrike" spc="-1">
              <a:latin typeface="Arial" panose="020B0604020202020204"/>
            </a:endParaRPr>
          </a:p>
        </p:txBody>
      </p:sp>
      <p:sp>
        <p:nvSpPr>
          <p:cNvPr id="298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3225" cy="3084513"/>
          </a:xfrm>
          <a:prstGeom prst="rect">
            <a:avLst/>
          </a:prstGeom>
        </p:spPr>
      </p:sp>
      <p:sp>
        <p:nvSpPr>
          <p:cNvPr id="299" name="PlaceHolder 3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0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CustomShape 1"/>
          <p:cNvSpPr/>
          <p:nvPr/>
        </p:nvSpPr>
        <p:spPr>
          <a:xfrm>
            <a:off x="3884760" y="8685360"/>
            <a:ext cx="2966040" cy="453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Autofit/>
          </a:bodyPr>
          <a:lstStyle/>
          <a:p>
            <a:pPr marL="215900" indent="-200660" algn="r">
              <a:lnSpc>
                <a:spcPct val="100000"/>
              </a:lnSpc>
              <a:tabLst>
                <a:tab pos="0" algn="l"/>
              </a:tabLst>
            </a:pPr>
            <a:fld id="{1327D144-ECD1-4D85-B204-DB8EA3803504}" type="slidenum">
              <a:rPr lang="en-US" sz="1200" b="0" strike="noStrike" spc="-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</a:fld>
            <a:endParaRPr lang="en-US" sz="1200" b="0" strike="noStrike" spc="-1">
              <a:latin typeface="Arial" panose="020B0604020202020204"/>
            </a:endParaRPr>
          </a:p>
        </p:txBody>
      </p:sp>
      <p:sp>
        <p:nvSpPr>
          <p:cNvPr id="298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3225" cy="3084513"/>
          </a:xfrm>
          <a:prstGeom prst="rect">
            <a:avLst/>
          </a:prstGeom>
        </p:spPr>
      </p:sp>
      <p:sp>
        <p:nvSpPr>
          <p:cNvPr id="299" name="PlaceHolder 3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0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CustomShape 1"/>
          <p:cNvSpPr/>
          <p:nvPr/>
        </p:nvSpPr>
        <p:spPr>
          <a:xfrm>
            <a:off x="3884760" y="8685360"/>
            <a:ext cx="2966040" cy="453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Autofit/>
          </a:bodyPr>
          <a:lstStyle/>
          <a:p>
            <a:pPr marL="215900" indent="-200660" algn="r">
              <a:lnSpc>
                <a:spcPct val="100000"/>
              </a:lnSpc>
              <a:tabLst>
                <a:tab pos="0" algn="l"/>
              </a:tabLst>
            </a:pPr>
            <a:fld id="{1327D144-ECD1-4D85-B204-DB8EA3803504}" type="slidenum">
              <a:rPr lang="en-US" sz="1200" b="0" strike="noStrike" spc="-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</a:fld>
            <a:endParaRPr lang="en-US" sz="1200" b="0" strike="noStrike" spc="-1">
              <a:latin typeface="Arial" panose="020B0604020202020204"/>
            </a:endParaRPr>
          </a:p>
        </p:txBody>
      </p:sp>
      <p:sp>
        <p:nvSpPr>
          <p:cNvPr id="298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3225" cy="3084513"/>
          </a:xfrm>
          <a:prstGeom prst="rect">
            <a:avLst/>
          </a:prstGeom>
        </p:spPr>
      </p:sp>
      <p:sp>
        <p:nvSpPr>
          <p:cNvPr id="299" name="PlaceHolder 3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0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CustomShape 1"/>
          <p:cNvSpPr/>
          <p:nvPr/>
        </p:nvSpPr>
        <p:spPr>
          <a:xfrm>
            <a:off x="3884760" y="8685360"/>
            <a:ext cx="2966040" cy="453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Autofit/>
          </a:bodyPr>
          <a:lstStyle/>
          <a:p>
            <a:pPr marL="215900" indent="-200660" algn="r">
              <a:lnSpc>
                <a:spcPct val="100000"/>
              </a:lnSpc>
              <a:tabLst>
                <a:tab pos="0" algn="l"/>
              </a:tabLst>
            </a:pPr>
            <a:fld id="{1327D144-ECD1-4D85-B204-DB8EA3803504}" type="slidenum">
              <a:rPr lang="en-US" sz="1200" b="0" strike="noStrike" spc="-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</a:fld>
            <a:endParaRPr lang="en-US" sz="1200" b="0" strike="noStrike" spc="-1">
              <a:latin typeface="Arial" panose="020B0604020202020204"/>
            </a:endParaRPr>
          </a:p>
        </p:txBody>
      </p:sp>
      <p:sp>
        <p:nvSpPr>
          <p:cNvPr id="298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3225" cy="3084513"/>
          </a:xfrm>
          <a:prstGeom prst="rect">
            <a:avLst/>
          </a:prstGeom>
        </p:spPr>
      </p:sp>
      <p:sp>
        <p:nvSpPr>
          <p:cNvPr id="299" name="PlaceHolder 3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0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CustomShape 1"/>
          <p:cNvSpPr/>
          <p:nvPr/>
        </p:nvSpPr>
        <p:spPr>
          <a:xfrm>
            <a:off x="3884760" y="8685360"/>
            <a:ext cx="2966040" cy="453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Autofit/>
          </a:bodyPr>
          <a:lstStyle/>
          <a:p>
            <a:pPr marL="215900" indent="-200660" algn="r">
              <a:lnSpc>
                <a:spcPct val="100000"/>
              </a:lnSpc>
              <a:tabLst>
                <a:tab pos="0" algn="l"/>
              </a:tabLst>
            </a:pPr>
            <a:fld id="{1327D144-ECD1-4D85-B204-DB8EA3803504}" type="slidenum">
              <a:rPr lang="en-US" sz="1200" b="0" strike="noStrike" spc="-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</a:fld>
            <a:endParaRPr lang="en-US" sz="1200" b="0" strike="noStrike" spc="-1">
              <a:latin typeface="Arial" panose="020B0604020202020204"/>
            </a:endParaRPr>
          </a:p>
        </p:txBody>
      </p:sp>
      <p:sp>
        <p:nvSpPr>
          <p:cNvPr id="298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3225" cy="3084513"/>
          </a:xfrm>
          <a:prstGeom prst="rect">
            <a:avLst/>
          </a:prstGeom>
        </p:spPr>
      </p:sp>
      <p:sp>
        <p:nvSpPr>
          <p:cNvPr id="299" name="PlaceHolder 3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0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CustomShape 1"/>
          <p:cNvSpPr/>
          <p:nvPr/>
        </p:nvSpPr>
        <p:spPr>
          <a:xfrm>
            <a:off x="3884760" y="8685360"/>
            <a:ext cx="2966040" cy="453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Autofit/>
          </a:bodyPr>
          <a:lstStyle/>
          <a:p>
            <a:pPr marL="215900" indent="-200660" algn="r">
              <a:lnSpc>
                <a:spcPct val="100000"/>
              </a:lnSpc>
              <a:tabLst>
                <a:tab pos="0" algn="l"/>
              </a:tabLst>
            </a:pPr>
            <a:fld id="{1327D144-ECD1-4D85-B204-DB8EA3803504}" type="slidenum">
              <a:rPr lang="en-US" sz="1200" b="0" strike="noStrike" spc="-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</a:fld>
            <a:endParaRPr lang="en-US" sz="1200" b="0" strike="noStrike" spc="-1">
              <a:latin typeface="Arial" panose="020B0604020202020204"/>
            </a:endParaRPr>
          </a:p>
        </p:txBody>
      </p:sp>
      <p:sp>
        <p:nvSpPr>
          <p:cNvPr id="298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3225" cy="3084513"/>
          </a:xfrm>
          <a:prstGeom prst="rect">
            <a:avLst/>
          </a:prstGeom>
        </p:spPr>
      </p:sp>
      <p:sp>
        <p:nvSpPr>
          <p:cNvPr id="299" name="PlaceHolder 3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0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CustomShape 1"/>
          <p:cNvSpPr/>
          <p:nvPr/>
        </p:nvSpPr>
        <p:spPr>
          <a:xfrm>
            <a:off x="3884760" y="8685360"/>
            <a:ext cx="2966040" cy="453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Autofit/>
          </a:bodyPr>
          <a:lstStyle/>
          <a:p>
            <a:pPr marL="215900" indent="-200660" algn="r">
              <a:lnSpc>
                <a:spcPct val="100000"/>
              </a:lnSpc>
              <a:tabLst>
                <a:tab pos="0" algn="l"/>
              </a:tabLst>
            </a:pPr>
            <a:fld id="{1327D144-ECD1-4D85-B204-DB8EA3803504}" type="slidenum">
              <a:rPr lang="en-US" sz="1200" b="0" strike="noStrike" spc="-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</a:fld>
            <a:endParaRPr lang="en-US" sz="1200" b="0" strike="noStrike" spc="-1">
              <a:latin typeface="Arial" panose="020B0604020202020204"/>
            </a:endParaRPr>
          </a:p>
        </p:txBody>
      </p:sp>
      <p:sp>
        <p:nvSpPr>
          <p:cNvPr id="298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3225" cy="3084513"/>
          </a:xfrm>
          <a:prstGeom prst="rect">
            <a:avLst/>
          </a:prstGeom>
        </p:spPr>
      </p:sp>
      <p:sp>
        <p:nvSpPr>
          <p:cNvPr id="299" name="PlaceHolder 3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0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CustomShape 1"/>
          <p:cNvSpPr/>
          <p:nvPr/>
        </p:nvSpPr>
        <p:spPr>
          <a:xfrm>
            <a:off x="3884760" y="8685360"/>
            <a:ext cx="2966040" cy="453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Autofit/>
          </a:bodyPr>
          <a:lstStyle/>
          <a:p>
            <a:pPr marL="215900" indent="-200660" algn="r">
              <a:lnSpc>
                <a:spcPct val="100000"/>
              </a:lnSpc>
              <a:tabLst>
                <a:tab pos="0" algn="l"/>
              </a:tabLst>
            </a:pPr>
            <a:fld id="{1327D144-ECD1-4D85-B204-DB8EA3803504}" type="slidenum">
              <a:rPr lang="en-US" sz="1200" b="0" strike="noStrike" spc="-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</a:fld>
            <a:endParaRPr lang="en-US" sz="1200" b="0" strike="noStrike" spc="-1">
              <a:latin typeface="Arial" panose="020B0604020202020204"/>
            </a:endParaRPr>
          </a:p>
        </p:txBody>
      </p:sp>
      <p:sp>
        <p:nvSpPr>
          <p:cNvPr id="298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3225" cy="3084513"/>
          </a:xfrm>
          <a:prstGeom prst="rect">
            <a:avLst/>
          </a:prstGeom>
        </p:spPr>
      </p:sp>
      <p:sp>
        <p:nvSpPr>
          <p:cNvPr id="299" name="PlaceHolder 3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0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CustomShape 1"/>
          <p:cNvSpPr/>
          <p:nvPr/>
        </p:nvSpPr>
        <p:spPr>
          <a:xfrm>
            <a:off x="3884760" y="8685360"/>
            <a:ext cx="2966040" cy="453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Autofit/>
          </a:bodyPr>
          <a:lstStyle/>
          <a:p>
            <a:pPr marL="215900" indent="-200660" algn="r">
              <a:lnSpc>
                <a:spcPct val="100000"/>
              </a:lnSpc>
              <a:tabLst>
                <a:tab pos="0" algn="l"/>
              </a:tabLst>
            </a:pPr>
            <a:fld id="{1327D144-ECD1-4D85-B204-DB8EA3803504}" type="slidenum">
              <a:rPr lang="en-US" sz="1200" b="0" strike="noStrike" spc="-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</a:fld>
            <a:endParaRPr lang="en-US" sz="1200" b="0" strike="noStrike" spc="-1">
              <a:latin typeface="Arial" panose="020B0604020202020204"/>
            </a:endParaRPr>
          </a:p>
        </p:txBody>
      </p:sp>
      <p:sp>
        <p:nvSpPr>
          <p:cNvPr id="298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3225" cy="3084513"/>
          </a:xfrm>
          <a:prstGeom prst="rect">
            <a:avLst/>
          </a:prstGeom>
        </p:spPr>
      </p:sp>
      <p:sp>
        <p:nvSpPr>
          <p:cNvPr id="299" name="PlaceHolder 3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0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CustomShape 1"/>
          <p:cNvSpPr/>
          <p:nvPr/>
        </p:nvSpPr>
        <p:spPr>
          <a:xfrm>
            <a:off x="3884760" y="8685360"/>
            <a:ext cx="2966040" cy="453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Autofit/>
          </a:bodyPr>
          <a:lstStyle/>
          <a:p>
            <a:pPr marL="215900" indent="-200660" algn="r">
              <a:lnSpc>
                <a:spcPct val="100000"/>
              </a:lnSpc>
              <a:tabLst>
                <a:tab pos="0" algn="l"/>
              </a:tabLst>
            </a:pPr>
            <a:fld id="{1327D144-ECD1-4D85-B204-DB8EA3803504}" type="slidenum">
              <a:rPr lang="en-US" sz="1200" b="0" strike="noStrike" spc="-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</a:fld>
            <a:endParaRPr lang="en-US" sz="1200" b="0" strike="noStrike" spc="-1">
              <a:latin typeface="Arial" panose="020B0604020202020204"/>
            </a:endParaRPr>
          </a:p>
        </p:txBody>
      </p:sp>
      <p:sp>
        <p:nvSpPr>
          <p:cNvPr id="298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3225" cy="3084513"/>
          </a:xfrm>
          <a:prstGeom prst="rect">
            <a:avLst/>
          </a:prstGeom>
        </p:spPr>
      </p:sp>
      <p:sp>
        <p:nvSpPr>
          <p:cNvPr id="299" name="PlaceHolder 3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0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CustomShape 1"/>
          <p:cNvSpPr/>
          <p:nvPr/>
        </p:nvSpPr>
        <p:spPr>
          <a:xfrm>
            <a:off x="3884760" y="8685360"/>
            <a:ext cx="2966040" cy="453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Autofit/>
          </a:bodyPr>
          <a:lstStyle/>
          <a:p>
            <a:pPr marL="215900" indent="-200660" algn="r">
              <a:lnSpc>
                <a:spcPct val="100000"/>
              </a:lnSpc>
              <a:tabLst>
                <a:tab pos="0" algn="l"/>
              </a:tabLst>
            </a:pPr>
            <a:fld id="{1327D144-ECD1-4D85-B204-DB8EA3803504}" type="slidenum">
              <a:rPr lang="en-US" sz="1200" b="0" strike="noStrike" spc="-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</a:fld>
            <a:endParaRPr lang="en-US" sz="1200" b="0" strike="noStrike" spc="-1">
              <a:latin typeface="Arial" panose="020B0604020202020204"/>
            </a:endParaRPr>
          </a:p>
        </p:txBody>
      </p:sp>
      <p:sp>
        <p:nvSpPr>
          <p:cNvPr id="298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3225" cy="3084513"/>
          </a:xfrm>
          <a:prstGeom prst="rect">
            <a:avLst/>
          </a:prstGeom>
        </p:spPr>
      </p:sp>
      <p:sp>
        <p:nvSpPr>
          <p:cNvPr id="299" name="PlaceHolder 3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0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50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232680" y="1604520"/>
            <a:ext cx="53550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352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50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6232680" y="1604520"/>
            <a:ext cx="53550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50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50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6232680" y="1604520"/>
            <a:ext cx="53550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6232680" y="3682080"/>
            <a:ext cx="53550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50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6232680" y="1604520"/>
            <a:ext cx="53550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3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3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3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50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6232680" y="1604520"/>
            <a:ext cx="53550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50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232680" y="3682080"/>
            <a:ext cx="53550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4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4320000" y="1604520"/>
            <a:ext cx="35334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8030520" y="1604520"/>
            <a:ext cx="35334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4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body"/>
          </p:nvPr>
        </p:nvSpPr>
        <p:spPr>
          <a:xfrm>
            <a:off x="4320000" y="3682080"/>
            <a:ext cx="35334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 type="body"/>
          </p:nvPr>
        </p:nvSpPr>
        <p:spPr>
          <a:xfrm>
            <a:off x="8030520" y="3682080"/>
            <a:ext cx="35334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50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6232680" y="1604520"/>
            <a:ext cx="53550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352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50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6232680" y="1604520"/>
            <a:ext cx="53550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50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50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6232680" y="1604520"/>
            <a:ext cx="53550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6232680" y="3682080"/>
            <a:ext cx="53550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50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6232680" y="1604520"/>
            <a:ext cx="53550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3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3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3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50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6232680" y="1604520"/>
            <a:ext cx="53550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50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 type="body"/>
          </p:nvPr>
        </p:nvSpPr>
        <p:spPr>
          <a:xfrm>
            <a:off x="6232680" y="3682080"/>
            <a:ext cx="53550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4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4320000" y="1604520"/>
            <a:ext cx="35334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body"/>
          </p:nvPr>
        </p:nvSpPr>
        <p:spPr>
          <a:xfrm>
            <a:off x="8030520" y="1604520"/>
            <a:ext cx="35334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4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83" name="PlaceHolder 6"/>
          <p:cNvSpPr>
            <a:spLocks noGrp="1"/>
          </p:cNvSpPr>
          <p:nvPr>
            <p:ph type="body"/>
          </p:nvPr>
        </p:nvSpPr>
        <p:spPr>
          <a:xfrm>
            <a:off x="4320000" y="3682080"/>
            <a:ext cx="35334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84" name="PlaceHolder 7"/>
          <p:cNvSpPr>
            <a:spLocks noGrp="1"/>
          </p:cNvSpPr>
          <p:nvPr>
            <p:ph type="body"/>
          </p:nvPr>
        </p:nvSpPr>
        <p:spPr>
          <a:xfrm>
            <a:off x="8030520" y="3682080"/>
            <a:ext cx="35334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stomShape 1"/>
          <p:cNvSpPr/>
          <p:nvPr/>
        </p:nvSpPr>
        <p:spPr>
          <a:xfrm>
            <a:off x="0" y="6532560"/>
            <a:ext cx="12165840" cy="2865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8" name="CustomShape 2"/>
          <p:cNvSpPr/>
          <p:nvPr/>
        </p:nvSpPr>
        <p:spPr>
          <a:xfrm>
            <a:off x="1085760" y="168120"/>
            <a:ext cx="10986120" cy="13262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 algn="ctr">
              <a:lnSpc>
                <a:spcPct val="9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FFFF00"/>
                </a:solidFill>
                <a:latin typeface="Times New Roman" panose="02020603050405020304"/>
                <a:ea typeface="Times New Roman" panose="02020603050405020304"/>
              </a:rPr>
              <a:t>Sanjivani Rural Education Society’s</a:t>
            </a:r>
            <a:br>
              <a:rPr lang="en-US" sz="1800" b="1" strike="noStrike" spc="-1">
                <a:solidFill>
                  <a:srgbClr val="FFFF00"/>
                </a:solidFill>
                <a:latin typeface="Times New Roman" panose="02020603050405020304"/>
                <a:ea typeface="Times New Roman" panose="02020603050405020304"/>
              </a:rPr>
            </a:br>
            <a:r>
              <a:rPr lang="en-US" sz="1800" b="1" strike="noStrike" spc="-1">
                <a:solidFill>
                  <a:srgbClr val="FFFF00"/>
                </a:solidFill>
                <a:latin typeface="Times New Roman" panose="02020603050405020304"/>
                <a:ea typeface="Times New Roman" panose="02020603050405020304"/>
              </a:rPr>
              <a:t>Sanjivani College of Engineering, Kopargaon-423 603 </a:t>
            </a:r>
            <a:endParaRPr lang="en-US" sz="1800" b="0" strike="noStrike" spc="-1">
              <a:latin typeface="Arial" panose="020B0604020202020204"/>
            </a:endParaRPr>
          </a:p>
          <a:p>
            <a:pPr algn="ctr">
              <a:lnSpc>
                <a:spcPct val="90000"/>
              </a:lnSpc>
              <a:tabLst>
                <a:tab pos="0" algn="l"/>
              </a:tabLst>
            </a:pPr>
            <a:r>
              <a:rPr lang="en-US" sz="1800" b="1" i="1" strike="noStrike" spc="-1">
                <a:solidFill>
                  <a:srgbClr val="CC00CC"/>
                </a:solidFill>
                <a:latin typeface="Calibri" panose="020F0502020204030204"/>
                <a:ea typeface="Calibri" panose="020F0502020204030204"/>
              </a:rPr>
              <a:t>(An Autonomous Institute, Affiliated to Savitribai Phule Pune University, Pune)</a:t>
            </a:r>
            <a:br>
              <a:rPr lang="en-US" sz="1800" b="1" i="1" strike="noStrike" spc="-1">
                <a:solidFill>
                  <a:srgbClr val="CC00CC"/>
                </a:solidFill>
                <a:latin typeface="Calibri" panose="020F0502020204030204"/>
                <a:ea typeface="Calibri" panose="020F0502020204030204"/>
              </a:rPr>
            </a:br>
            <a:r>
              <a:rPr lang="en-US" sz="1800" b="1" i="1" strike="noStrike" spc="-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</a:rPr>
              <a:t>NACC ‘A’ Grade Accredited, ISO 9001:2015 Certified</a:t>
            </a:r>
            <a:br>
              <a:rPr lang="en-US" sz="1800" b="1" i="1" strike="noStrike" spc="-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</a:rPr>
            </a:br>
            <a:endParaRPr lang="en-US" sz="1800" b="0" strike="noStrike" spc="-1">
              <a:latin typeface="Arial" panose="020B0604020202020204"/>
            </a:endParaRPr>
          </a:p>
        </p:txBody>
      </p:sp>
      <p:pic>
        <p:nvPicPr>
          <p:cNvPr id="2" name="Google Shape;22;p15"/>
          <p:cNvPicPr/>
          <p:nvPr/>
        </p:nvPicPr>
        <p:blipFill>
          <a:blip r:embed="rId13"/>
          <a:stretch>
            <a:fillRect/>
          </a:stretch>
        </p:blipFill>
        <p:spPr>
          <a:xfrm>
            <a:off x="0" y="74520"/>
            <a:ext cx="1083240" cy="1221480"/>
          </a:xfrm>
          <a:prstGeom prst="rect">
            <a:avLst/>
          </a:prstGeom>
          <a:ln>
            <a:noFill/>
          </a:ln>
        </p:spPr>
      </p:pic>
      <p:sp>
        <p:nvSpPr>
          <p:cNvPr id="3" name="CustomShape 3"/>
          <p:cNvSpPr/>
          <p:nvPr/>
        </p:nvSpPr>
        <p:spPr>
          <a:xfrm>
            <a:off x="36360" y="1563840"/>
            <a:ext cx="12152880" cy="639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90000"/>
              </a:lnSpc>
              <a:tabLst>
                <a:tab pos="0" algn="l"/>
              </a:tabLst>
            </a:pPr>
            <a:endParaRPr lang="en-US" sz="1800" b="0" strike="noStrike" spc="-1">
              <a:latin typeface="Arial" panose="020B0604020202020204"/>
            </a:endParaRPr>
          </a:p>
          <a:p>
            <a:pPr algn="ctr">
              <a:lnSpc>
                <a:spcPct val="90000"/>
              </a:lnSpc>
              <a:tabLst>
                <a:tab pos="0" algn="l"/>
              </a:tabLst>
            </a:pPr>
            <a:endParaRPr lang="en-US" sz="1800" b="0" strike="noStrike" spc="-1">
              <a:latin typeface="Arial" panose="020B0604020202020204"/>
            </a:endParaRPr>
          </a:p>
          <a:p>
            <a:pPr algn="ctr">
              <a:lnSpc>
                <a:spcPct val="90000"/>
              </a:lnSpc>
              <a:tabLst>
                <a:tab pos="0" algn="l"/>
              </a:tabLst>
            </a:pPr>
            <a:endParaRPr lang="en-US" sz="1800" b="0" strike="noStrike" spc="-1">
              <a:latin typeface="Arial" panose="020B0604020202020204"/>
            </a:endParaRPr>
          </a:p>
          <a:p>
            <a:pPr algn="ctr">
              <a:lnSpc>
                <a:spcPct val="90000"/>
              </a:lnSpc>
              <a:tabLst>
                <a:tab pos="0" algn="l"/>
              </a:tabLst>
            </a:pPr>
            <a:r>
              <a:rPr lang="en-US" sz="2400" b="1" strike="noStrike" spc="-1">
                <a:solidFill>
                  <a:srgbClr val="FFFFFF"/>
                </a:solidFill>
                <a:latin typeface="Calibri" panose="020F0502020204030204"/>
                <a:ea typeface="Calibri" panose="020F0502020204030204"/>
              </a:rPr>
              <a:t>Department of Computer Engineering</a:t>
            </a:r>
            <a:br>
              <a:rPr lang="en-US" sz="2400" b="1" strike="noStrike" spc="-1">
                <a:solidFill>
                  <a:srgbClr val="FFFFFF"/>
                </a:solidFill>
                <a:latin typeface="Calibri" panose="020F0502020204030204"/>
                <a:ea typeface="Calibri" panose="020F0502020204030204"/>
              </a:rPr>
            </a:br>
            <a:r>
              <a:rPr lang="en-US" sz="1200" b="1" i="1" strike="noStrike" spc="-1">
                <a:solidFill>
                  <a:srgbClr val="FFFFFF"/>
                </a:solidFill>
                <a:latin typeface="Calibri" panose="020F0502020204030204"/>
                <a:ea typeface="Calibri" panose="020F0502020204030204"/>
              </a:rPr>
              <a:t>(NBA Accredited)</a:t>
            </a:r>
            <a:br>
              <a:rPr lang="en-US" sz="1200" b="1" i="1" strike="noStrike" spc="-1">
                <a:solidFill>
                  <a:srgbClr val="FFFFFF"/>
                </a:solidFill>
                <a:latin typeface="Calibri" panose="020F0502020204030204"/>
                <a:ea typeface="Calibri" panose="020F0502020204030204"/>
              </a:rPr>
            </a:br>
            <a:br>
              <a:rPr lang="en-US" sz="1200" b="1" i="1" strike="noStrike" spc="-1">
                <a:solidFill>
                  <a:srgbClr val="FFFFFF"/>
                </a:solidFill>
                <a:latin typeface="Calibri" panose="020F0502020204030204"/>
                <a:ea typeface="Calibri" panose="020F0502020204030204"/>
              </a:rPr>
            </a:br>
            <a:br>
              <a:rPr lang="en-US" sz="1200" b="1" i="1" strike="noStrike" spc="-1">
                <a:solidFill>
                  <a:srgbClr val="FFFFFF"/>
                </a:solidFill>
                <a:latin typeface="Calibri" panose="020F0502020204030204"/>
                <a:ea typeface="Calibri" panose="020F0502020204030204"/>
              </a:rPr>
            </a:br>
            <a:endParaRPr lang="en-US" sz="1200" b="0" strike="noStrike" spc="-1">
              <a:latin typeface="Arial" panose="020B0604020202020204"/>
            </a:endParaRPr>
          </a:p>
        </p:txBody>
      </p:sp>
      <p:sp>
        <p:nvSpPr>
          <p:cNvPr id="4" name="CustomShape 4"/>
          <p:cNvSpPr/>
          <p:nvPr/>
        </p:nvSpPr>
        <p:spPr>
          <a:xfrm>
            <a:off x="36360" y="6437160"/>
            <a:ext cx="12071880" cy="21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76320" cap="sq">
            <a:solidFill>
              <a:srgbClr val="00206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5" name="PlaceHolder 5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 panose="020B0604020202020204"/>
              </a:rPr>
              <a:t>Click to edit the title text format</a:t>
            </a:r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6" name="PlaceHolder 6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strike="noStrike" spc="-1">
                <a:latin typeface="Arial" panose="020B0604020202020204"/>
              </a:rPr>
              <a:t>Click to edit the outline text format</a:t>
            </a:r>
            <a:endParaRPr lang="en-US" sz="3200" b="0" strike="noStrike" spc="-1"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strike="noStrike" spc="-1">
                <a:latin typeface="Arial" panose="020B0604020202020204"/>
              </a:rPr>
              <a:t>Second Outline Level</a:t>
            </a:r>
            <a:endParaRPr lang="en-US" sz="2800" b="0" strike="noStrike" spc="-1"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strike="noStrike" spc="-1">
                <a:latin typeface="Arial" panose="020B0604020202020204"/>
              </a:rPr>
              <a:t>Third Outline Level</a:t>
            </a:r>
            <a:endParaRPr lang="en-US" sz="2400" b="0" strike="noStrike" spc="-1"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strike="noStrike" spc="-1">
                <a:latin typeface="Arial" panose="020B0604020202020204"/>
              </a:rPr>
              <a:t>Fourth Outline Level</a:t>
            </a:r>
            <a:endParaRPr lang="en-US" sz="2000" b="0" strike="noStrike" spc="-1"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strike="noStrike" spc="-1">
                <a:latin typeface="Arial" panose="020B0604020202020204"/>
              </a:rPr>
              <a:t>Fifth Outline Level</a:t>
            </a:r>
            <a:endParaRPr lang="en-US" sz="2000" b="0" strike="noStrike" spc="-1"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strike="noStrike" spc="-1">
                <a:latin typeface="Arial" panose="020B0604020202020204"/>
              </a:rPr>
              <a:t>Sixth Outline Level</a:t>
            </a:r>
            <a:endParaRPr lang="en-US" sz="2000" b="0" strike="noStrike" spc="-1"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strike="noStrike" spc="-1">
                <a:latin typeface="Arial" panose="020B0604020202020204"/>
              </a:rPr>
              <a:t>Seventh Outline Level</a:t>
            </a:r>
            <a:endParaRPr lang="en-US" sz="2000" b="0" strike="noStrike" spc="-1"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CustomShape 1"/>
          <p:cNvSpPr/>
          <p:nvPr/>
        </p:nvSpPr>
        <p:spPr>
          <a:xfrm>
            <a:off x="15840" y="6600960"/>
            <a:ext cx="12129120" cy="2134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44" name="Google Shape;38;p17"/>
          <p:cNvPicPr/>
          <p:nvPr/>
        </p:nvPicPr>
        <p:blipFill>
          <a:blip r:embed="rId13"/>
          <a:stretch>
            <a:fillRect/>
          </a:stretch>
        </p:blipFill>
        <p:spPr>
          <a:xfrm>
            <a:off x="0" y="57240"/>
            <a:ext cx="984960" cy="946800"/>
          </a:xfrm>
          <a:prstGeom prst="rect">
            <a:avLst/>
          </a:prstGeom>
          <a:ln>
            <a:noFill/>
          </a:ln>
        </p:spPr>
      </p:pic>
      <p:sp>
        <p:nvSpPr>
          <p:cNvPr id="45" name="CustomShape 2"/>
          <p:cNvSpPr/>
          <p:nvPr/>
        </p:nvSpPr>
        <p:spPr>
          <a:xfrm>
            <a:off x="352440" y="1052640"/>
            <a:ext cx="1166544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76320" cap="sq">
            <a:solidFill>
              <a:srgbClr val="00206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6" name="CustomShape 3"/>
          <p:cNvSpPr/>
          <p:nvPr/>
        </p:nvSpPr>
        <p:spPr>
          <a:xfrm>
            <a:off x="0" y="6473880"/>
            <a:ext cx="1218960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76320" cap="sq">
            <a:solidFill>
              <a:srgbClr val="00206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 panose="020B0604020202020204"/>
              </a:rPr>
              <a:t>Click to edit the title text format</a:t>
            </a:r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strike="noStrike" spc="-1">
                <a:latin typeface="Arial" panose="020B0604020202020204"/>
              </a:rPr>
              <a:t>Click to edit the outline text format</a:t>
            </a:r>
            <a:endParaRPr lang="en-US" sz="3200" b="0" strike="noStrike" spc="-1"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strike="noStrike" spc="-1">
                <a:latin typeface="Arial" panose="020B0604020202020204"/>
              </a:rPr>
              <a:t>Second Outline Level</a:t>
            </a:r>
            <a:endParaRPr lang="en-US" sz="2800" b="0" strike="noStrike" spc="-1"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strike="noStrike" spc="-1">
                <a:latin typeface="Arial" panose="020B0604020202020204"/>
              </a:rPr>
              <a:t>Third Outline Level</a:t>
            </a:r>
            <a:endParaRPr lang="en-US" sz="2400" b="0" strike="noStrike" spc="-1"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strike="noStrike" spc="-1">
                <a:latin typeface="Arial" panose="020B0604020202020204"/>
              </a:rPr>
              <a:t>Fourth Outline Level</a:t>
            </a:r>
            <a:endParaRPr lang="en-US" sz="2000" b="0" strike="noStrike" spc="-1"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strike="noStrike" spc="-1">
                <a:latin typeface="Arial" panose="020B0604020202020204"/>
              </a:rPr>
              <a:t>Fifth Outline Level</a:t>
            </a:r>
            <a:endParaRPr lang="en-US" sz="2000" b="0" strike="noStrike" spc="-1"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strike="noStrike" spc="-1">
                <a:latin typeface="Arial" panose="020B0604020202020204"/>
              </a:rPr>
              <a:t>Sixth Outline Level</a:t>
            </a:r>
            <a:endParaRPr lang="en-US" sz="2000" b="0" strike="noStrike" spc="-1"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strike="noStrike" spc="-1">
                <a:latin typeface="Arial" panose="020B0604020202020204"/>
              </a:rPr>
              <a:t>Seventh Outline Level</a:t>
            </a:r>
            <a:endParaRPr lang="en-US" sz="2000" b="0" strike="noStrike" spc="-1"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5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6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0128" y="1564256"/>
            <a:ext cx="12153331" cy="64633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20129" y="1564256"/>
            <a:ext cx="12153330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Department of Information Technology</a:t>
            </a:r>
            <a:endParaRPr lang="en-IN" b="1" dirty="0">
              <a:solidFill>
                <a:schemeClr val="bg1"/>
              </a:solidFill>
            </a:endParaRPr>
          </a:p>
          <a:p>
            <a:pPr algn="ctr"/>
            <a:r>
              <a:rPr lang="en-IN" sz="1050" b="1" i="1" dirty="0">
                <a:solidFill>
                  <a:schemeClr val="bg1"/>
                </a:solidFill>
              </a:rPr>
              <a:t>(NBA </a:t>
            </a:r>
            <a:r>
              <a:rPr lang="en-IN" sz="1050" b="1" i="1" dirty="0" err="1">
                <a:solidFill>
                  <a:schemeClr val="bg1"/>
                </a:solidFill>
              </a:rPr>
              <a:t>Accrediated</a:t>
            </a:r>
            <a:r>
              <a:rPr lang="en-IN" sz="1050" b="1" i="1" dirty="0">
                <a:solidFill>
                  <a:schemeClr val="bg1"/>
                </a:solidFill>
              </a:rPr>
              <a:t>)</a:t>
            </a:r>
            <a:endParaRPr lang="en-IN" sz="1050" b="1" i="1" dirty="0"/>
          </a:p>
        </p:txBody>
      </p:sp>
      <p:sp>
        <p:nvSpPr>
          <p:cNvPr id="7" name="Title 1"/>
          <p:cNvSpPr txBox="1"/>
          <p:nvPr/>
        </p:nvSpPr>
        <p:spPr>
          <a:xfrm>
            <a:off x="1386348" y="2259814"/>
            <a:ext cx="9969910" cy="105272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 sz="2800" b="1" dirty="0"/>
            </a:br>
            <a:r>
              <a:rPr lang="en-US" sz="2800" b="1" dirty="0"/>
              <a:t>Project Title:</a:t>
            </a:r>
            <a:r>
              <a:rPr lang="en-US" sz="2800" dirty="0"/>
              <a:t> Smart Student Mentoring Management System</a:t>
            </a:r>
            <a:endParaRPr lang="en-IN" sz="2800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632246" y="3361770"/>
          <a:ext cx="6929093" cy="19438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51737"/>
                <a:gridCol w="1850208"/>
                <a:gridCol w="4027148"/>
              </a:tblGrid>
              <a:tr h="366116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Roll No.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PRN No.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Name of Student</a:t>
                      </a:r>
                      <a:endParaRPr lang="en-IN" b="1" dirty="0"/>
                    </a:p>
                  </a:txBody>
                  <a:tcPr/>
                </a:tc>
              </a:tr>
              <a:tr h="394426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102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dirty="0"/>
                        <a:t>0124UITM1102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 err="1"/>
                        <a:t>Pawade</a:t>
                      </a:r>
                      <a:r>
                        <a:rPr lang="en-IN" dirty="0"/>
                        <a:t> Vishwajeet</a:t>
                      </a:r>
                      <a:endParaRPr lang="en-IN" dirty="0"/>
                    </a:p>
                  </a:txBody>
                  <a:tcPr/>
                </a:tc>
              </a:tr>
              <a:tr h="3944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dirty="0"/>
                        <a:t>103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dirty="0"/>
                        <a:t>0124UITM1103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Sonawane Samartha</a:t>
                      </a:r>
                      <a:endParaRPr lang="en-IN" dirty="0"/>
                    </a:p>
                  </a:txBody>
                  <a:tcPr/>
                </a:tc>
              </a:tr>
              <a:tr h="3944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dirty="0"/>
                        <a:t>104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dirty="0"/>
                        <a:t>0124UITM1104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Rothe Pavan</a:t>
                      </a:r>
                      <a:endParaRPr lang="en-IN" dirty="0"/>
                    </a:p>
                  </a:txBody>
                  <a:tcPr/>
                </a:tc>
              </a:tr>
              <a:tr h="3944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dirty="0"/>
                        <a:t>105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dirty="0"/>
                        <a:t>0124UITF1105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Bhagwat Ganesha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793986" y="5785449"/>
            <a:ext cx="3094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Guided by : Dr. S. N. </a:t>
            </a:r>
            <a:r>
              <a:rPr lang="en-IN" dirty="0" err="1"/>
              <a:t>Gunjal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CustomShape 1"/>
          <p:cNvSpPr/>
          <p:nvPr/>
        </p:nvSpPr>
        <p:spPr>
          <a:xfrm>
            <a:off x="1020600" y="247680"/>
            <a:ext cx="10513080" cy="694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63" name="CustomShape 2"/>
          <p:cNvSpPr/>
          <p:nvPr/>
        </p:nvSpPr>
        <p:spPr>
          <a:xfrm>
            <a:off x="838080" y="1825560"/>
            <a:ext cx="10513080" cy="4348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64" name="CustomShape 3"/>
          <p:cNvSpPr/>
          <p:nvPr/>
        </p:nvSpPr>
        <p:spPr>
          <a:xfrm>
            <a:off x="2424240" y="6473880"/>
            <a:ext cx="7077600" cy="453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 dirty="0">
                <a:solidFill>
                  <a:srgbClr val="FFFFFF"/>
                </a:solidFill>
                <a:latin typeface="Calibri" panose="020F0502020204030204"/>
                <a:ea typeface="Calibri" panose="020F0502020204030204"/>
              </a:rPr>
              <a:t>DEPARTMENT OF INFORMATION TECHNOLOGY,  Sanjivani COE, </a:t>
            </a:r>
            <a:r>
              <a:rPr lang="en-US" sz="1200" b="1" strike="noStrike" spc="-1" dirty="0" err="1">
                <a:solidFill>
                  <a:srgbClr val="FFFFFF"/>
                </a:solidFill>
                <a:latin typeface="Calibri" panose="020F0502020204030204"/>
                <a:ea typeface="Calibri" panose="020F0502020204030204"/>
              </a:rPr>
              <a:t>Kopargaon</a:t>
            </a:r>
            <a:endParaRPr lang="en-US" sz="1200" b="0" strike="noStrike" spc="-1" dirty="0">
              <a:latin typeface="Arial" panose="020B0604020202020204"/>
            </a:endParaRPr>
          </a:p>
        </p:txBody>
      </p:sp>
      <p:sp>
        <p:nvSpPr>
          <p:cNvPr id="265" name="CustomShape 4"/>
          <p:cNvSpPr/>
          <p:nvPr/>
        </p:nvSpPr>
        <p:spPr>
          <a:xfrm>
            <a:off x="9767880" y="6537240"/>
            <a:ext cx="1583280" cy="36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7C41553A-1625-4C4C-ACF5-1F704AAFE666}" type="slidenum">
              <a:rPr lang="en-US" sz="1400" b="1" strike="noStrike" spc="-1">
                <a:solidFill>
                  <a:srgbClr val="FFFFFF"/>
                </a:solidFill>
                <a:latin typeface="Calibri" panose="020F0502020204030204"/>
                <a:ea typeface="Calibri" panose="020F0502020204030204"/>
              </a:rPr>
            </a:fld>
            <a:endParaRPr lang="en-US" sz="1400" b="0" strike="noStrike" spc="-1">
              <a:latin typeface="Arial" panose="020B0604020202020204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443654" y="245077"/>
            <a:ext cx="30387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INTRODUCTION</a:t>
            </a:r>
            <a:endParaRPr lang="en-IN" sz="28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1020600" y="1131177"/>
            <a:ext cx="9470419" cy="5169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200" b="1" dirty="0"/>
              <a:t>Smart Student Mentoring Management System</a:t>
            </a:r>
            <a:endParaRPr lang="en-US" sz="22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2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In modern education, students require </a:t>
            </a:r>
            <a:r>
              <a:rPr lang="en-US" sz="2200" b="1" dirty="0"/>
              <a:t>personalized guidance</a:t>
            </a:r>
            <a:r>
              <a:rPr lang="en-US" sz="2200" dirty="0"/>
              <a:t> beyond classroom teaching.</a:t>
            </a:r>
            <a:endParaRPr lang="en-US" sz="22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Traditional mentoring methods are </a:t>
            </a:r>
            <a:r>
              <a:rPr lang="en-US" sz="2200" b="1" dirty="0"/>
              <a:t>manual, inconsistent, and poorly tracked</a:t>
            </a:r>
            <a:r>
              <a:rPr lang="en-US" sz="2200" dirty="0"/>
              <a:t>.</a:t>
            </a:r>
            <a:endParaRPr lang="en-US" sz="22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Lack of proper monitoring leads to </a:t>
            </a:r>
            <a:r>
              <a:rPr lang="en-US" sz="2200" b="1" dirty="0"/>
              <a:t>poor academic performance and communication gaps</a:t>
            </a:r>
            <a:r>
              <a:rPr lang="en-US" sz="2200" dirty="0"/>
              <a:t>.</a:t>
            </a:r>
            <a:endParaRPr lang="en-US" sz="22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Our system provides a </a:t>
            </a:r>
            <a:r>
              <a:rPr lang="en-US" sz="2200" b="1" dirty="0"/>
              <a:t>digital mentoring platform</a:t>
            </a:r>
            <a:r>
              <a:rPr lang="en-US" sz="2200" dirty="0"/>
              <a:t> to connect students, mentors, and administrators efficiently.</a:t>
            </a:r>
            <a:endParaRPr lang="en-US" sz="22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CustomShape 1"/>
          <p:cNvSpPr/>
          <p:nvPr/>
        </p:nvSpPr>
        <p:spPr>
          <a:xfrm>
            <a:off x="1020600" y="247680"/>
            <a:ext cx="10513080" cy="694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63" name="CustomShape 2"/>
          <p:cNvSpPr/>
          <p:nvPr/>
        </p:nvSpPr>
        <p:spPr>
          <a:xfrm>
            <a:off x="838080" y="1825560"/>
            <a:ext cx="10513080" cy="4348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64" name="CustomShape 3"/>
          <p:cNvSpPr/>
          <p:nvPr/>
        </p:nvSpPr>
        <p:spPr>
          <a:xfrm>
            <a:off x="2424240" y="6473880"/>
            <a:ext cx="7077600" cy="453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 dirty="0">
                <a:solidFill>
                  <a:srgbClr val="FFFFFF"/>
                </a:solidFill>
                <a:latin typeface="Calibri" panose="020F0502020204030204"/>
                <a:ea typeface="Calibri" panose="020F0502020204030204"/>
              </a:rPr>
              <a:t>DEPARTMENT OF INFORMATION TECHNOLOGY,  Sanjivani COE, </a:t>
            </a:r>
            <a:r>
              <a:rPr lang="en-US" sz="1200" b="1" strike="noStrike" spc="-1" dirty="0" err="1">
                <a:solidFill>
                  <a:srgbClr val="FFFFFF"/>
                </a:solidFill>
                <a:latin typeface="Calibri" panose="020F0502020204030204"/>
                <a:ea typeface="Calibri" panose="020F0502020204030204"/>
              </a:rPr>
              <a:t>Kopargaon</a:t>
            </a:r>
            <a:endParaRPr lang="en-US" sz="1200" b="0" strike="noStrike" spc="-1" dirty="0">
              <a:latin typeface="Arial" panose="020B0604020202020204"/>
            </a:endParaRPr>
          </a:p>
        </p:txBody>
      </p:sp>
      <p:sp>
        <p:nvSpPr>
          <p:cNvPr id="265" name="CustomShape 4"/>
          <p:cNvSpPr/>
          <p:nvPr/>
        </p:nvSpPr>
        <p:spPr>
          <a:xfrm>
            <a:off x="9767880" y="6537240"/>
            <a:ext cx="1583280" cy="36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7C41553A-1625-4C4C-ACF5-1F704AAFE666}" type="slidenum">
              <a:rPr lang="en-US" sz="1400" b="1" strike="noStrike" spc="-1">
                <a:solidFill>
                  <a:srgbClr val="FFFFFF"/>
                </a:solidFill>
                <a:latin typeface="Calibri" panose="020F0502020204030204"/>
                <a:ea typeface="Calibri" panose="020F0502020204030204"/>
              </a:rPr>
            </a:fld>
            <a:endParaRPr lang="en-US" sz="1400" b="0" strike="noStrike" spc="-1">
              <a:latin typeface="Arial" panose="020B0604020202020204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102890" y="247680"/>
            <a:ext cx="5720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PROJECT DEFINITION &amp; SCOPE</a:t>
            </a:r>
            <a:endParaRPr lang="en-IN" sz="2800" b="1" dirty="0"/>
          </a:p>
        </p:txBody>
      </p:sp>
      <p:sp>
        <p:nvSpPr>
          <p:cNvPr id="3" name="Rectangle 1"/>
          <p:cNvSpPr txBox="1">
            <a:spLocks noChangeArrowheads="1"/>
          </p:cNvSpPr>
          <p:nvPr/>
        </p:nvSpPr>
        <p:spPr bwMode="auto">
          <a:xfrm>
            <a:off x="229429" y="1133780"/>
            <a:ext cx="11730381" cy="4369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b="1" dirty="0">
                <a:latin typeface="Arial" panose="020B0604020202020204" pitchFamily="34" charset="0"/>
              </a:rPr>
              <a:t>Definition:</a:t>
            </a:r>
            <a:r>
              <a:rPr lang="en-US" altLang="en-US" sz="2200" dirty="0">
                <a:latin typeface="Arial" panose="020B0604020202020204" pitchFamily="34" charset="0"/>
              </a:rPr>
              <a:t> </a:t>
            </a:r>
            <a:r>
              <a:rPr lang="en-US" sz="2400" dirty="0"/>
              <a:t>A software system designed to manage and automate student</a:t>
            </a:r>
            <a:r>
              <a:rPr lang="en-US" sz="2400" b="1" dirty="0"/>
              <a:t> </a:t>
            </a:r>
            <a:r>
              <a:rPr lang="en-US" sz="2400" dirty="0"/>
              <a:t>mentoring activities, including session scheduling, progress tracking, and feedback management.</a:t>
            </a:r>
            <a:endParaRPr lang="en-US" sz="2400" dirty="0"/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200" dirty="0">
              <a:latin typeface="Arial" panose="020B0604020202020204" pitchFamily="34" charset="0"/>
            </a:endParaRP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b="1" dirty="0">
                <a:latin typeface="Arial" panose="020B0604020202020204" pitchFamily="34" charset="0"/>
              </a:rPr>
              <a:t>Scope:</a:t>
            </a:r>
            <a:r>
              <a:rPr lang="en-US" altLang="en-US" sz="2200" dirty="0">
                <a:latin typeface="Arial" panose="020B0604020202020204" pitchFamily="34" charset="0"/>
              </a:rPr>
              <a:t> </a:t>
            </a:r>
            <a:r>
              <a:rPr lang="en-US" sz="2400" dirty="0"/>
              <a:t>Mentoring Session Scheduling</a:t>
            </a:r>
            <a:r>
              <a:rPr lang="en-US" altLang="en-US" sz="2200" dirty="0">
                <a:latin typeface="Arial" panose="020B0604020202020204" pitchFamily="34" charset="0"/>
              </a:rPr>
              <a:t>.</a:t>
            </a:r>
            <a:endParaRPr lang="en-US" altLang="en-US" sz="2200" dirty="0">
              <a:latin typeface="Arial" panose="020B0604020202020204" pitchFamily="34" charset="0"/>
            </a:endParaRP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/>
              <a:t>Mentor-Student Mapping</a:t>
            </a:r>
            <a:endParaRPr lang="en-US" sz="2400" dirty="0"/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/>
              <a:t>Performance Tracking &amp; Feedback</a:t>
            </a:r>
            <a:r>
              <a:rPr lang="en-US" altLang="en-US" sz="2200" dirty="0">
                <a:latin typeface="Arial" panose="020B0604020202020204" pitchFamily="34" charset="0"/>
              </a:rPr>
              <a:t>.</a:t>
            </a:r>
            <a:endParaRPr lang="en-US" altLang="en-US" sz="22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2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CustomShape 1"/>
          <p:cNvSpPr/>
          <p:nvPr/>
        </p:nvSpPr>
        <p:spPr>
          <a:xfrm>
            <a:off x="3611553" y="247680"/>
            <a:ext cx="5256401" cy="694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r>
              <a:rPr lang="en-IN" sz="2800" b="1" dirty="0"/>
              <a:t>FUNCTIONAL REQUIREMENT</a:t>
            </a:r>
            <a:endParaRPr lang="en-US" sz="2800" b="1" dirty="0"/>
          </a:p>
        </p:txBody>
      </p:sp>
      <p:sp>
        <p:nvSpPr>
          <p:cNvPr id="263" name="CustomShape 2"/>
          <p:cNvSpPr/>
          <p:nvPr/>
        </p:nvSpPr>
        <p:spPr>
          <a:xfrm>
            <a:off x="838080" y="1825560"/>
            <a:ext cx="10513080" cy="4348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64" name="CustomShape 3"/>
          <p:cNvSpPr/>
          <p:nvPr/>
        </p:nvSpPr>
        <p:spPr>
          <a:xfrm>
            <a:off x="2424240" y="6473880"/>
            <a:ext cx="7077600" cy="453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 dirty="0">
                <a:solidFill>
                  <a:srgbClr val="FFFFFF"/>
                </a:solidFill>
                <a:latin typeface="Calibri" panose="020F0502020204030204"/>
                <a:ea typeface="Calibri" panose="020F0502020204030204"/>
              </a:rPr>
              <a:t>DEPARTMENT OF INFORMATION TECHNOLOGY,  Sanjivani COE, </a:t>
            </a:r>
            <a:r>
              <a:rPr lang="en-US" sz="1200" b="1" strike="noStrike" spc="-1" dirty="0" err="1">
                <a:solidFill>
                  <a:srgbClr val="FFFFFF"/>
                </a:solidFill>
                <a:latin typeface="Calibri" panose="020F0502020204030204"/>
                <a:ea typeface="Calibri" panose="020F0502020204030204"/>
              </a:rPr>
              <a:t>Kopargaon</a:t>
            </a:r>
            <a:endParaRPr lang="en-US" sz="1200" b="0" strike="noStrike" spc="-1" dirty="0">
              <a:latin typeface="Arial" panose="020B0604020202020204"/>
            </a:endParaRPr>
          </a:p>
        </p:txBody>
      </p:sp>
      <p:sp>
        <p:nvSpPr>
          <p:cNvPr id="265" name="CustomShape 4"/>
          <p:cNvSpPr/>
          <p:nvPr/>
        </p:nvSpPr>
        <p:spPr>
          <a:xfrm>
            <a:off x="9767880" y="6537240"/>
            <a:ext cx="1583280" cy="36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7C41553A-1625-4C4C-ACF5-1F704AAFE666}" type="slidenum">
              <a:rPr lang="en-US" sz="1400" b="1" strike="noStrike" spc="-1">
                <a:solidFill>
                  <a:srgbClr val="FFFFFF"/>
                </a:solidFill>
                <a:latin typeface="Calibri" panose="020F0502020204030204"/>
                <a:ea typeface="Calibri" panose="020F0502020204030204"/>
              </a:rPr>
            </a:fld>
            <a:endParaRPr lang="en-US" sz="1400" b="0" strike="noStrike" spc="-1"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91064" y="1167443"/>
            <a:ext cx="11484634" cy="5107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200" b="1" dirty="0"/>
              <a:t>FR1 :- </a:t>
            </a:r>
            <a:r>
              <a:rPr lang="en-IN" sz="2200" dirty="0"/>
              <a:t>User login (Student / Mentor / Admin)</a:t>
            </a:r>
            <a:endParaRPr lang="en-IN" sz="2200" dirty="0"/>
          </a:p>
          <a:p>
            <a:pPr>
              <a:lnSpc>
                <a:spcPct val="150000"/>
              </a:lnSpc>
            </a:pPr>
            <a:r>
              <a:rPr lang="en-IN" sz="2200" b="1" dirty="0"/>
              <a:t>FR2 :- </a:t>
            </a:r>
            <a:r>
              <a:rPr lang="en-IN" sz="2200" dirty="0"/>
              <a:t>Role-based access control</a:t>
            </a:r>
            <a:endParaRPr lang="en-IN" sz="2200" dirty="0"/>
          </a:p>
          <a:p>
            <a:pPr>
              <a:lnSpc>
                <a:spcPct val="150000"/>
              </a:lnSpc>
            </a:pPr>
            <a:r>
              <a:rPr lang="en-IN" sz="2200" b="1" dirty="0"/>
              <a:t>FR3 :- </a:t>
            </a:r>
            <a:r>
              <a:rPr lang="en-IN" sz="2200" dirty="0"/>
              <a:t>Student can request mentoring session</a:t>
            </a:r>
            <a:endParaRPr lang="en-IN" sz="2200" dirty="0"/>
          </a:p>
          <a:p>
            <a:pPr>
              <a:lnSpc>
                <a:spcPct val="150000"/>
              </a:lnSpc>
            </a:pPr>
            <a:r>
              <a:rPr lang="en-IN" sz="2200" b="1" dirty="0"/>
              <a:t>FR4 :- </a:t>
            </a:r>
            <a:r>
              <a:rPr lang="en-IN" sz="2200" dirty="0"/>
              <a:t>Mentor can accept/reject requests</a:t>
            </a:r>
            <a:endParaRPr lang="en-IN" sz="2200" dirty="0"/>
          </a:p>
          <a:p>
            <a:pPr>
              <a:lnSpc>
                <a:spcPct val="150000"/>
              </a:lnSpc>
            </a:pPr>
            <a:r>
              <a:rPr lang="en-IN" sz="2200" b="1" dirty="0"/>
              <a:t>FR5 :- </a:t>
            </a:r>
            <a:r>
              <a:rPr lang="en-IN" sz="2200" dirty="0"/>
              <a:t>Mentor can provide feedback</a:t>
            </a:r>
            <a:endParaRPr lang="en-IN" sz="2200" dirty="0"/>
          </a:p>
          <a:p>
            <a:pPr>
              <a:lnSpc>
                <a:spcPct val="150000"/>
              </a:lnSpc>
            </a:pPr>
            <a:r>
              <a:rPr lang="en-IN" sz="2200" b="1" dirty="0"/>
              <a:t>FR6 :- </a:t>
            </a:r>
            <a:r>
              <a:rPr lang="en-IN" sz="2200" dirty="0"/>
              <a:t>Student can view performance &amp; feedback</a:t>
            </a:r>
            <a:endParaRPr lang="en-IN" sz="2200" dirty="0"/>
          </a:p>
          <a:p>
            <a:pPr>
              <a:lnSpc>
                <a:spcPct val="150000"/>
              </a:lnSpc>
            </a:pPr>
            <a:r>
              <a:rPr lang="en-IN" sz="2200" b="1" dirty="0"/>
              <a:t>FR7 :- </a:t>
            </a:r>
            <a:r>
              <a:rPr lang="en-IN" sz="2200" dirty="0"/>
              <a:t>Admin can manage users (add/update/delete)</a:t>
            </a:r>
            <a:endParaRPr lang="en-IN" sz="2200" dirty="0"/>
          </a:p>
          <a:p>
            <a:pPr>
              <a:lnSpc>
                <a:spcPct val="150000"/>
              </a:lnSpc>
            </a:pPr>
            <a:r>
              <a:rPr lang="en-IN" sz="2200" b="1" dirty="0"/>
              <a:t>FR8 :- </a:t>
            </a:r>
            <a:r>
              <a:rPr lang="en-IN" sz="2200" dirty="0"/>
              <a:t>Admin assigns mentors to students</a:t>
            </a:r>
            <a:endParaRPr lang="en-IN" sz="2200" dirty="0"/>
          </a:p>
          <a:p>
            <a:pPr>
              <a:lnSpc>
                <a:spcPct val="150000"/>
              </a:lnSpc>
            </a:pPr>
            <a:r>
              <a:rPr lang="en-IN" sz="2200" b="1" dirty="0"/>
              <a:t>FR9 :- </a:t>
            </a:r>
            <a:r>
              <a:rPr lang="en-IN" sz="2200" dirty="0"/>
              <a:t>System stores session and performance data</a:t>
            </a:r>
            <a:endParaRPr lang="en-IN" sz="2200" dirty="0"/>
          </a:p>
          <a:p>
            <a:pPr>
              <a:lnSpc>
                <a:spcPct val="150000"/>
              </a:lnSpc>
            </a:pPr>
            <a:r>
              <a:rPr lang="en-IN" sz="2200" b="1" dirty="0"/>
              <a:t>FR10 :- </a:t>
            </a:r>
            <a:r>
              <a:rPr lang="en-IN" sz="2200" dirty="0"/>
              <a:t>Generate reports</a:t>
            </a:r>
            <a:endParaRPr lang="en-IN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CustomShape 1"/>
          <p:cNvSpPr/>
          <p:nvPr/>
        </p:nvSpPr>
        <p:spPr>
          <a:xfrm>
            <a:off x="1020600" y="247680"/>
            <a:ext cx="10513080" cy="694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63" name="CustomShape 2"/>
          <p:cNvSpPr/>
          <p:nvPr/>
        </p:nvSpPr>
        <p:spPr>
          <a:xfrm>
            <a:off x="838080" y="1825560"/>
            <a:ext cx="10513080" cy="4348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64" name="CustomShape 3"/>
          <p:cNvSpPr/>
          <p:nvPr/>
        </p:nvSpPr>
        <p:spPr>
          <a:xfrm>
            <a:off x="2424240" y="6473880"/>
            <a:ext cx="7077600" cy="453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 dirty="0">
                <a:solidFill>
                  <a:srgbClr val="FFFFFF"/>
                </a:solidFill>
                <a:latin typeface="Calibri" panose="020F0502020204030204"/>
                <a:ea typeface="Calibri" panose="020F0502020204030204"/>
              </a:rPr>
              <a:t>DEPARTMENT OF INFORMATION TECHNOLOGY,  Sanjivani COE, </a:t>
            </a:r>
            <a:r>
              <a:rPr lang="en-US" sz="1200" b="1" strike="noStrike" spc="-1" dirty="0" err="1">
                <a:solidFill>
                  <a:srgbClr val="FFFFFF"/>
                </a:solidFill>
                <a:latin typeface="Calibri" panose="020F0502020204030204"/>
                <a:ea typeface="Calibri" panose="020F0502020204030204"/>
              </a:rPr>
              <a:t>Kopargaon</a:t>
            </a:r>
            <a:endParaRPr lang="en-US" sz="1200" b="0" strike="noStrike" spc="-1" dirty="0">
              <a:latin typeface="Arial" panose="020B0604020202020204"/>
            </a:endParaRPr>
          </a:p>
        </p:txBody>
      </p:sp>
      <p:sp>
        <p:nvSpPr>
          <p:cNvPr id="265" name="CustomShape 4"/>
          <p:cNvSpPr/>
          <p:nvPr/>
        </p:nvSpPr>
        <p:spPr>
          <a:xfrm>
            <a:off x="9767880" y="6537240"/>
            <a:ext cx="1583280" cy="36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7C41553A-1625-4C4C-ACF5-1F704AAFE666}" type="slidenum">
              <a:rPr lang="en-US" sz="1400" b="1" strike="noStrike" spc="-1">
                <a:solidFill>
                  <a:srgbClr val="FFFFFF"/>
                </a:solidFill>
                <a:latin typeface="Calibri" panose="020F0502020204030204"/>
                <a:ea typeface="Calibri" panose="020F0502020204030204"/>
              </a:rPr>
            </a:fld>
            <a:endParaRPr lang="en-US" sz="1400" b="0" strike="noStrike" spc="-1">
              <a:latin typeface="Arial" panose="020B0604020202020204"/>
            </a:endParaRPr>
          </a:p>
        </p:txBody>
      </p:sp>
      <p:sp>
        <p:nvSpPr>
          <p:cNvPr id="2" name="CustomShape 1"/>
          <p:cNvSpPr/>
          <p:nvPr/>
        </p:nvSpPr>
        <p:spPr>
          <a:xfrm>
            <a:off x="2776306" y="247680"/>
            <a:ext cx="6636627" cy="694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r>
              <a:rPr lang="en-IN" sz="2800" b="1" dirty="0"/>
              <a:t>NON - FUNCTIONAL REQUIREMENT</a:t>
            </a:r>
            <a:endParaRPr lang="en-US" sz="28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527649" y="1462680"/>
            <a:ext cx="6150632" cy="3584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Fast response (2–3 seconds)</a:t>
            </a:r>
            <a:endParaRPr lang="en-IN" sz="22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Secure authentication &amp; data protection</a:t>
            </a:r>
            <a:endParaRPr lang="en-IN" sz="22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User-friendly interface</a:t>
            </a:r>
            <a:endParaRPr lang="en-IN" sz="22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High reliability (24/7 availability)</a:t>
            </a:r>
            <a:endParaRPr lang="en-IN" sz="22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Scalable for more users</a:t>
            </a:r>
            <a:endParaRPr lang="en-IN" sz="22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Easy maintenance</a:t>
            </a:r>
            <a:endParaRPr lang="en-IN" sz="22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Works on multiple devices (mobile/PC)</a:t>
            </a:r>
            <a:endParaRPr lang="en-IN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CustomShape 1"/>
          <p:cNvSpPr/>
          <p:nvPr/>
        </p:nvSpPr>
        <p:spPr>
          <a:xfrm>
            <a:off x="1020600" y="247680"/>
            <a:ext cx="10513080" cy="694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63" name="CustomShape 2"/>
          <p:cNvSpPr/>
          <p:nvPr/>
        </p:nvSpPr>
        <p:spPr>
          <a:xfrm>
            <a:off x="838080" y="1825560"/>
            <a:ext cx="10513080" cy="4348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64" name="CustomShape 3"/>
          <p:cNvSpPr/>
          <p:nvPr/>
        </p:nvSpPr>
        <p:spPr>
          <a:xfrm>
            <a:off x="2424240" y="6473880"/>
            <a:ext cx="7077600" cy="453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 dirty="0">
                <a:solidFill>
                  <a:srgbClr val="FFFFFF"/>
                </a:solidFill>
                <a:latin typeface="Calibri" panose="020F0502020204030204"/>
                <a:ea typeface="Calibri" panose="020F0502020204030204"/>
              </a:rPr>
              <a:t>DEPARTMENT OF INFORMATION TECHNOLOGY,  Sanjivani COE, </a:t>
            </a:r>
            <a:r>
              <a:rPr lang="en-US" sz="1200" b="1" strike="noStrike" spc="-1" dirty="0" err="1">
                <a:solidFill>
                  <a:srgbClr val="FFFFFF"/>
                </a:solidFill>
                <a:latin typeface="Calibri" panose="020F0502020204030204"/>
                <a:ea typeface="Calibri" panose="020F0502020204030204"/>
              </a:rPr>
              <a:t>Kopargaon</a:t>
            </a:r>
            <a:endParaRPr lang="en-US" sz="1200" b="0" strike="noStrike" spc="-1" dirty="0">
              <a:latin typeface="Arial" panose="020B0604020202020204"/>
            </a:endParaRPr>
          </a:p>
        </p:txBody>
      </p:sp>
      <p:sp>
        <p:nvSpPr>
          <p:cNvPr id="265" name="CustomShape 4"/>
          <p:cNvSpPr/>
          <p:nvPr/>
        </p:nvSpPr>
        <p:spPr>
          <a:xfrm>
            <a:off x="9767880" y="6537240"/>
            <a:ext cx="1583280" cy="36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7C41553A-1625-4C4C-ACF5-1F704AAFE666}" type="slidenum">
              <a:rPr lang="en-US" sz="1400" b="1" strike="noStrike" spc="-1">
                <a:solidFill>
                  <a:srgbClr val="FFFFFF"/>
                </a:solidFill>
                <a:latin typeface="Calibri" panose="020F0502020204030204"/>
                <a:ea typeface="Calibri" panose="020F0502020204030204"/>
              </a:rPr>
            </a:fld>
            <a:endParaRPr lang="en-US" sz="1400" b="0" strike="noStrike" spc="-1">
              <a:latin typeface="Arial" panose="020B0604020202020204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164834" y="266041"/>
            <a:ext cx="38595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USECASE DIAGRAM</a:t>
            </a:r>
            <a:endParaRPr lang="en-IN" sz="2800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0079" y="1241640"/>
            <a:ext cx="5929081" cy="50324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CustomShape 1"/>
          <p:cNvSpPr/>
          <p:nvPr/>
        </p:nvSpPr>
        <p:spPr>
          <a:xfrm>
            <a:off x="4195121" y="182263"/>
            <a:ext cx="3292608" cy="694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pPr algn="ctr"/>
            <a:r>
              <a:rPr lang="en-IN" sz="2800" b="1" dirty="0"/>
              <a:t>CLASS DIAGRAM</a:t>
            </a:r>
            <a:endParaRPr lang="en-IN" sz="2800" b="1" dirty="0"/>
          </a:p>
        </p:txBody>
      </p:sp>
      <p:sp>
        <p:nvSpPr>
          <p:cNvPr id="264" name="CustomShape 3"/>
          <p:cNvSpPr/>
          <p:nvPr/>
        </p:nvSpPr>
        <p:spPr>
          <a:xfrm>
            <a:off x="2424240" y="6473880"/>
            <a:ext cx="7077600" cy="453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 dirty="0">
                <a:solidFill>
                  <a:srgbClr val="FFFFFF"/>
                </a:solidFill>
                <a:latin typeface="Calibri" panose="020F0502020204030204"/>
                <a:ea typeface="Calibri" panose="020F0502020204030204"/>
              </a:rPr>
              <a:t>DEPARTMENT OF INFORMATION TECHNOLOGY,  Sanjivani COE, </a:t>
            </a:r>
            <a:r>
              <a:rPr lang="en-US" sz="1200" b="1" strike="noStrike" spc="-1" dirty="0" err="1">
                <a:solidFill>
                  <a:srgbClr val="FFFFFF"/>
                </a:solidFill>
                <a:latin typeface="Calibri" panose="020F0502020204030204"/>
                <a:ea typeface="Calibri" panose="020F0502020204030204"/>
              </a:rPr>
              <a:t>Kopargaon</a:t>
            </a:r>
            <a:endParaRPr lang="en-US" sz="1200" b="0" strike="noStrike" spc="-1" dirty="0">
              <a:latin typeface="Arial" panose="020B0604020202020204"/>
            </a:endParaRPr>
          </a:p>
        </p:txBody>
      </p:sp>
      <p:sp>
        <p:nvSpPr>
          <p:cNvPr id="265" name="CustomShape 4"/>
          <p:cNvSpPr/>
          <p:nvPr/>
        </p:nvSpPr>
        <p:spPr>
          <a:xfrm>
            <a:off x="9767880" y="6537240"/>
            <a:ext cx="1583280" cy="36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7C41553A-1625-4C4C-ACF5-1F704AAFE666}" type="slidenum">
              <a:rPr lang="en-US" sz="1400" b="1" strike="noStrike" spc="-1">
                <a:solidFill>
                  <a:srgbClr val="FFFFFF"/>
                </a:solidFill>
                <a:latin typeface="Calibri" panose="020F0502020204030204"/>
                <a:ea typeface="Calibri" panose="020F0502020204030204"/>
              </a:rPr>
            </a:fld>
            <a:endParaRPr lang="en-US" sz="1400" b="0" strike="noStrike" spc="-1">
              <a:latin typeface="Arial" panose="020B0604020202020204"/>
            </a:endParaRPr>
          </a:p>
        </p:txBody>
      </p:sp>
      <p:pic>
        <p:nvPicPr>
          <p:cNvPr id="2" name="Picture 1" descr="class diagr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42615" y="1105535"/>
            <a:ext cx="6624955" cy="52558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CustomShape 1"/>
          <p:cNvSpPr/>
          <p:nvPr/>
        </p:nvSpPr>
        <p:spPr>
          <a:xfrm>
            <a:off x="3960176" y="243086"/>
            <a:ext cx="4005725" cy="694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r>
              <a:rPr lang="en-IN" sz="2800" b="1" dirty="0"/>
              <a:t>SEQUENCE DIAGRAM</a:t>
            </a:r>
            <a:endParaRPr lang="en-IN" sz="2800" b="1" dirty="0"/>
          </a:p>
        </p:txBody>
      </p:sp>
      <p:sp>
        <p:nvSpPr>
          <p:cNvPr id="264" name="CustomShape 3"/>
          <p:cNvSpPr/>
          <p:nvPr/>
        </p:nvSpPr>
        <p:spPr>
          <a:xfrm>
            <a:off x="2424240" y="6473880"/>
            <a:ext cx="7077600" cy="453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 dirty="0">
                <a:solidFill>
                  <a:srgbClr val="FFFFFF"/>
                </a:solidFill>
                <a:latin typeface="Calibri" panose="020F0502020204030204"/>
                <a:ea typeface="Calibri" panose="020F0502020204030204"/>
              </a:rPr>
              <a:t>DEPARTMENT OF INFORMATION TECHNOLOGY,  Sanjivani COE, </a:t>
            </a:r>
            <a:r>
              <a:rPr lang="en-US" sz="1200" b="1" strike="noStrike" spc="-1" dirty="0" err="1">
                <a:solidFill>
                  <a:srgbClr val="FFFFFF"/>
                </a:solidFill>
                <a:latin typeface="Calibri" panose="020F0502020204030204"/>
                <a:ea typeface="Calibri" panose="020F0502020204030204"/>
              </a:rPr>
              <a:t>Kopargaon</a:t>
            </a:r>
            <a:endParaRPr lang="en-US" sz="1200" b="0" strike="noStrike" spc="-1" dirty="0">
              <a:latin typeface="Arial" panose="020B0604020202020204"/>
            </a:endParaRPr>
          </a:p>
        </p:txBody>
      </p:sp>
      <p:sp>
        <p:nvSpPr>
          <p:cNvPr id="265" name="CustomShape 4"/>
          <p:cNvSpPr/>
          <p:nvPr/>
        </p:nvSpPr>
        <p:spPr>
          <a:xfrm>
            <a:off x="9767880" y="6537240"/>
            <a:ext cx="1583280" cy="36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7C41553A-1625-4C4C-ACF5-1F704AAFE666}" type="slidenum">
              <a:rPr lang="en-US" sz="1400" b="1" strike="noStrike" spc="-1">
                <a:solidFill>
                  <a:srgbClr val="FFFFFF"/>
                </a:solidFill>
                <a:latin typeface="Calibri" panose="020F0502020204030204"/>
                <a:ea typeface="Calibri" panose="020F0502020204030204"/>
              </a:rPr>
            </a:fld>
            <a:endParaRPr lang="en-US" sz="1400" b="0" strike="noStrike" spc="-1">
              <a:latin typeface="Arial" panose="020B0604020202020204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85" y="1124643"/>
            <a:ext cx="5036609" cy="5162119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794" y="1124642"/>
            <a:ext cx="5036609" cy="51621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CustomShape 1"/>
          <p:cNvSpPr/>
          <p:nvPr/>
        </p:nvSpPr>
        <p:spPr>
          <a:xfrm>
            <a:off x="1020600" y="247680"/>
            <a:ext cx="10513080" cy="694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63" name="CustomShape 2"/>
          <p:cNvSpPr/>
          <p:nvPr/>
        </p:nvSpPr>
        <p:spPr>
          <a:xfrm>
            <a:off x="838080" y="1825560"/>
            <a:ext cx="10513080" cy="4348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64" name="CustomShape 3"/>
          <p:cNvSpPr/>
          <p:nvPr/>
        </p:nvSpPr>
        <p:spPr>
          <a:xfrm>
            <a:off x="2424240" y="6473880"/>
            <a:ext cx="7077600" cy="453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 dirty="0">
                <a:solidFill>
                  <a:srgbClr val="FFFFFF"/>
                </a:solidFill>
                <a:latin typeface="Calibri" panose="020F0502020204030204"/>
                <a:ea typeface="Calibri" panose="020F0502020204030204"/>
              </a:rPr>
              <a:t>DEPARTMENT OF INFORMATION TECHNOLOGY,  Sanjivani COE, </a:t>
            </a:r>
            <a:r>
              <a:rPr lang="en-US" sz="1200" b="1" strike="noStrike" spc="-1" dirty="0" err="1">
                <a:solidFill>
                  <a:srgbClr val="FFFFFF"/>
                </a:solidFill>
                <a:latin typeface="Calibri" panose="020F0502020204030204"/>
                <a:ea typeface="Calibri" panose="020F0502020204030204"/>
              </a:rPr>
              <a:t>Kopargaon</a:t>
            </a:r>
            <a:endParaRPr lang="en-US" sz="1200" b="0" strike="noStrike" spc="-1" dirty="0">
              <a:latin typeface="Arial" panose="020B0604020202020204"/>
            </a:endParaRPr>
          </a:p>
        </p:txBody>
      </p:sp>
      <p:sp>
        <p:nvSpPr>
          <p:cNvPr id="265" name="CustomShape 4"/>
          <p:cNvSpPr/>
          <p:nvPr/>
        </p:nvSpPr>
        <p:spPr>
          <a:xfrm>
            <a:off x="9767880" y="6537240"/>
            <a:ext cx="1583280" cy="36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7C41553A-1625-4C4C-ACF5-1F704AAFE666}" type="slidenum">
              <a:rPr lang="en-US" sz="1400" b="1" strike="noStrike" spc="-1">
                <a:solidFill>
                  <a:srgbClr val="FFFFFF"/>
                </a:solidFill>
                <a:latin typeface="Calibri" panose="020F0502020204030204"/>
                <a:ea typeface="Calibri" panose="020F0502020204030204"/>
              </a:rPr>
            </a:fld>
            <a:endParaRPr lang="en-US" sz="1400" b="0" strike="noStrike" spc="-1">
              <a:latin typeface="Arial" panose="020B0604020202020204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5343" y="1147500"/>
            <a:ext cx="4649278" cy="523363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4620" y="1147500"/>
            <a:ext cx="4649278" cy="52336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CustomShape 1"/>
          <p:cNvSpPr/>
          <p:nvPr/>
        </p:nvSpPr>
        <p:spPr>
          <a:xfrm>
            <a:off x="1020600" y="247680"/>
            <a:ext cx="10513080" cy="694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63" name="CustomShape 2"/>
          <p:cNvSpPr/>
          <p:nvPr/>
        </p:nvSpPr>
        <p:spPr>
          <a:xfrm>
            <a:off x="838080" y="1825560"/>
            <a:ext cx="10513080" cy="4348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64" name="CustomShape 3"/>
          <p:cNvSpPr/>
          <p:nvPr/>
        </p:nvSpPr>
        <p:spPr>
          <a:xfrm>
            <a:off x="2424240" y="6473880"/>
            <a:ext cx="7077600" cy="453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 dirty="0">
                <a:solidFill>
                  <a:srgbClr val="FFFFFF"/>
                </a:solidFill>
                <a:latin typeface="Calibri" panose="020F0502020204030204"/>
                <a:ea typeface="Calibri" panose="020F0502020204030204"/>
              </a:rPr>
              <a:t>DEPARTMENT OF INFORMATION TECHNOLOGY,  Sanjivani COE, </a:t>
            </a:r>
            <a:r>
              <a:rPr lang="en-US" sz="1200" b="1" strike="noStrike" spc="-1" dirty="0" err="1">
                <a:solidFill>
                  <a:srgbClr val="FFFFFF"/>
                </a:solidFill>
                <a:latin typeface="Calibri" panose="020F0502020204030204"/>
                <a:ea typeface="Calibri" panose="020F0502020204030204"/>
              </a:rPr>
              <a:t>Kopargaon</a:t>
            </a:r>
            <a:endParaRPr lang="en-US" sz="1200" b="0" strike="noStrike" spc="-1" dirty="0">
              <a:latin typeface="Arial" panose="020B0604020202020204"/>
            </a:endParaRPr>
          </a:p>
        </p:txBody>
      </p:sp>
      <p:sp>
        <p:nvSpPr>
          <p:cNvPr id="265" name="CustomShape 4"/>
          <p:cNvSpPr/>
          <p:nvPr/>
        </p:nvSpPr>
        <p:spPr>
          <a:xfrm>
            <a:off x="9767880" y="6537240"/>
            <a:ext cx="1583280" cy="36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7C41553A-1625-4C4C-ACF5-1F704AAFE666}" type="slidenum">
              <a:rPr lang="en-US" sz="1400" b="1" strike="noStrike" spc="-1">
                <a:solidFill>
                  <a:srgbClr val="FFFFFF"/>
                </a:solidFill>
                <a:latin typeface="Calibri" panose="020F0502020204030204"/>
                <a:ea typeface="Calibri" panose="020F0502020204030204"/>
              </a:rPr>
            </a:fld>
            <a:endParaRPr lang="en-US" sz="1400" b="0" strike="noStrike" spc="-1">
              <a:latin typeface="Arial" panose="020B0604020202020204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2772" y="1305000"/>
            <a:ext cx="8048043" cy="497781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CustomShape 1"/>
          <p:cNvSpPr/>
          <p:nvPr/>
        </p:nvSpPr>
        <p:spPr>
          <a:xfrm>
            <a:off x="4092449" y="172767"/>
            <a:ext cx="3741181" cy="51087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r>
              <a:rPr lang="en-IN" sz="2800" b="1" dirty="0"/>
              <a:t>ACTIVITY DIAGRAM</a:t>
            </a:r>
            <a:endParaRPr lang="en-IN" sz="2800" b="1" dirty="0"/>
          </a:p>
        </p:txBody>
      </p:sp>
      <p:sp>
        <p:nvSpPr>
          <p:cNvPr id="263" name="CustomShape 2"/>
          <p:cNvSpPr/>
          <p:nvPr/>
        </p:nvSpPr>
        <p:spPr>
          <a:xfrm>
            <a:off x="838080" y="1825560"/>
            <a:ext cx="10513080" cy="4348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64" name="CustomShape 3"/>
          <p:cNvSpPr/>
          <p:nvPr/>
        </p:nvSpPr>
        <p:spPr>
          <a:xfrm>
            <a:off x="2424240" y="6473880"/>
            <a:ext cx="7077600" cy="453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 dirty="0">
                <a:solidFill>
                  <a:srgbClr val="FFFFFF"/>
                </a:solidFill>
                <a:latin typeface="Calibri" panose="020F0502020204030204"/>
                <a:ea typeface="Calibri" panose="020F0502020204030204"/>
              </a:rPr>
              <a:t>DEPARTMENT OF INFORMATION TECHNOLOGY,  Sanjivani COE, </a:t>
            </a:r>
            <a:r>
              <a:rPr lang="en-US" sz="1200" b="1" strike="noStrike" spc="-1" dirty="0" err="1">
                <a:solidFill>
                  <a:srgbClr val="FFFFFF"/>
                </a:solidFill>
                <a:latin typeface="Calibri" panose="020F0502020204030204"/>
                <a:ea typeface="Calibri" panose="020F0502020204030204"/>
              </a:rPr>
              <a:t>Kopargaon</a:t>
            </a:r>
            <a:endParaRPr lang="en-US" sz="1200" b="0" strike="noStrike" spc="-1" dirty="0">
              <a:latin typeface="Arial" panose="020B0604020202020204"/>
            </a:endParaRPr>
          </a:p>
        </p:txBody>
      </p:sp>
      <p:sp>
        <p:nvSpPr>
          <p:cNvPr id="265" name="CustomShape 4"/>
          <p:cNvSpPr/>
          <p:nvPr/>
        </p:nvSpPr>
        <p:spPr>
          <a:xfrm>
            <a:off x="9767880" y="6537240"/>
            <a:ext cx="1583280" cy="36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7C41553A-1625-4C4C-ACF5-1F704AAFE666}" type="slidenum">
              <a:rPr lang="en-US" sz="1400" b="1" strike="noStrike" spc="-1">
                <a:solidFill>
                  <a:srgbClr val="FFFFFF"/>
                </a:solidFill>
                <a:latin typeface="Calibri" panose="020F0502020204030204"/>
                <a:ea typeface="Calibri" panose="020F0502020204030204"/>
              </a:rPr>
            </a:fld>
            <a:endParaRPr lang="en-US" sz="1400" b="0" strike="noStrike" spc="-1">
              <a:latin typeface="Arial" panose="020B0604020202020204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0364" y="1229032"/>
            <a:ext cx="5732860" cy="494532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CustomShape 1"/>
          <p:cNvSpPr/>
          <p:nvPr/>
        </p:nvSpPr>
        <p:spPr>
          <a:xfrm>
            <a:off x="3692040" y="209580"/>
            <a:ext cx="4542000" cy="694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r>
              <a:rPr lang="en-IN" sz="2800" b="1" dirty="0"/>
              <a:t>STATE CHART DIAGRAM</a:t>
            </a:r>
            <a:endParaRPr lang="en-IN" sz="2800" b="1" dirty="0"/>
          </a:p>
        </p:txBody>
      </p:sp>
      <p:sp>
        <p:nvSpPr>
          <p:cNvPr id="263" name="CustomShape 2"/>
          <p:cNvSpPr/>
          <p:nvPr/>
        </p:nvSpPr>
        <p:spPr>
          <a:xfrm>
            <a:off x="838080" y="1825560"/>
            <a:ext cx="10513080" cy="4348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64" name="CustomShape 3"/>
          <p:cNvSpPr/>
          <p:nvPr/>
        </p:nvSpPr>
        <p:spPr>
          <a:xfrm>
            <a:off x="2424240" y="6473880"/>
            <a:ext cx="7077600" cy="453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 dirty="0">
                <a:solidFill>
                  <a:srgbClr val="FFFFFF"/>
                </a:solidFill>
                <a:latin typeface="Calibri" panose="020F0502020204030204"/>
                <a:ea typeface="Calibri" panose="020F0502020204030204"/>
              </a:rPr>
              <a:t>DEPARTMENT OF INFORMATION TECHNOLOGY,  Sanjivani COE, </a:t>
            </a:r>
            <a:r>
              <a:rPr lang="en-US" sz="1200" b="1" strike="noStrike" spc="-1" dirty="0" err="1">
                <a:solidFill>
                  <a:srgbClr val="FFFFFF"/>
                </a:solidFill>
                <a:latin typeface="Calibri" panose="020F0502020204030204"/>
                <a:ea typeface="Calibri" panose="020F0502020204030204"/>
              </a:rPr>
              <a:t>Kopargaon</a:t>
            </a:r>
            <a:endParaRPr lang="en-US" sz="1200" b="0" strike="noStrike" spc="-1" dirty="0">
              <a:latin typeface="Arial" panose="020B0604020202020204"/>
            </a:endParaRPr>
          </a:p>
        </p:txBody>
      </p:sp>
      <p:sp>
        <p:nvSpPr>
          <p:cNvPr id="265" name="CustomShape 4"/>
          <p:cNvSpPr/>
          <p:nvPr/>
        </p:nvSpPr>
        <p:spPr>
          <a:xfrm>
            <a:off x="9767880" y="6537240"/>
            <a:ext cx="1583280" cy="36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7C41553A-1625-4C4C-ACF5-1F704AAFE666}" type="slidenum">
              <a:rPr lang="en-US" sz="1400" b="1" strike="noStrike" spc="-1">
                <a:solidFill>
                  <a:srgbClr val="FFFFFF"/>
                </a:solidFill>
                <a:latin typeface="Calibri" panose="020F0502020204030204"/>
                <a:ea typeface="Calibri" panose="020F0502020204030204"/>
              </a:rPr>
            </a:fld>
            <a:endParaRPr lang="en-US" sz="1400" b="0" strike="noStrike" spc="-1">
              <a:latin typeface="Arial" panose="020B0604020202020204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2040" y="1441568"/>
            <a:ext cx="4572000" cy="488255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CustomShape 1"/>
          <p:cNvSpPr/>
          <p:nvPr/>
        </p:nvSpPr>
        <p:spPr>
          <a:xfrm>
            <a:off x="1020600" y="247680"/>
            <a:ext cx="10513080" cy="694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64" name="CustomShape 3"/>
          <p:cNvSpPr/>
          <p:nvPr/>
        </p:nvSpPr>
        <p:spPr>
          <a:xfrm>
            <a:off x="2424240" y="6473880"/>
            <a:ext cx="7077600" cy="453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 dirty="0">
                <a:solidFill>
                  <a:srgbClr val="FFFFFF"/>
                </a:solidFill>
                <a:latin typeface="Calibri" panose="020F0502020204030204"/>
                <a:ea typeface="Calibri" panose="020F0502020204030204"/>
              </a:rPr>
              <a:t>DEPARTMENT OF INFORMATION TECHNOLOGY,  Sanjivani COE, </a:t>
            </a:r>
            <a:r>
              <a:rPr lang="en-US" sz="1200" b="1" strike="noStrike" spc="-1" dirty="0" err="1">
                <a:solidFill>
                  <a:srgbClr val="FFFFFF"/>
                </a:solidFill>
                <a:latin typeface="Calibri" panose="020F0502020204030204"/>
                <a:ea typeface="Calibri" panose="020F0502020204030204"/>
              </a:rPr>
              <a:t>Kopargaon</a:t>
            </a:r>
            <a:endParaRPr lang="en-US" sz="1200" b="0" strike="noStrike" spc="-1" dirty="0">
              <a:latin typeface="Arial" panose="020B0604020202020204"/>
            </a:endParaRPr>
          </a:p>
        </p:txBody>
      </p:sp>
      <p:sp>
        <p:nvSpPr>
          <p:cNvPr id="265" name="CustomShape 4"/>
          <p:cNvSpPr/>
          <p:nvPr/>
        </p:nvSpPr>
        <p:spPr>
          <a:xfrm>
            <a:off x="9767880" y="6537240"/>
            <a:ext cx="1583280" cy="36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7C41553A-1625-4C4C-ACF5-1F704AAFE666}" type="slidenum">
              <a:rPr lang="en-US" sz="1400" b="1" strike="noStrike" spc="-1">
                <a:solidFill>
                  <a:srgbClr val="FFFFFF"/>
                </a:solidFill>
                <a:latin typeface="Calibri" panose="020F0502020204030204"/>
                <a:ea typeface="Calibri" panose="020F0502020204030204"/>
              </a:rPr>
            </a:fld>
            <a:endParaRPr lang="en-US" sz="1400" b="0" strike="noStrike" spc="-1">
              <a:latin typeface="Arial" panose="020B0604020202020204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9621" y="1286814"/>
            <a:ext cx="8226800" cy="487244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CustomShape 1"/>
          <p:cNvSpPr/>
          <p:nvPr/>
        </p:nvSpPr>
        <p:spPr>
          <a:xfrm>
            <a:off x="3687680" y="199490"/>
            <a:ext cx="5178917" cy="694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r>
              <a:rPr lang="en-IN" sz="2800" b="1" dirty="0"/>
              <a:t>COLLABORATION DIAGRAM</a:t>
            </a:r>
            <a:endParaRPr lang="en-IN" sz="2800" b="1" dirty="0"/>
          </a:p>
        </p:txBody>
      </p:sp>
      <p:sp>
        <p:nvSpPr>
          <p:cNvPr id="263" name="CustomShape 2"/>
          <p:cNvSpPr/>
          <p:nvPr/>
        </p:nvSpPr>
        <p:spPr>
          <a:xfrm>
            <a:off x="838080" y="1825560"/>
            <a:ext cx="10513080" cy="4348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64" name="CustomShape 3"/>
          <p:cNvSpPr/>
          <p:nvPr/>
        </p:nvSpPr>
        <p:spPr>
          <a:xfrm>
            <a:off x="2424240" y="6473880"/>
            <a:ext cx="7077600" cy="453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 dirty="0">
                <a:solidFill>
                  <a:srgbClr val="FFFFFF"/>
                </a:solidFill>
                <a:latin typeface="Calibri" panose="020F0502020204030204"/>
                <a:ea typeface="Calibri" panose="020F0502020204030204"/>
              </a:rPr>
              <a:t>DEPARTMENT OF INFORMATION TECHNOLOGY,  Sanjivani COE, </a:t>
            </a:r>
            <a:r>
              <a:rPr lang="en-US" sz="1200" b="1" strike="noStrike" spc="-1" dirty="0" err="1">
                <a:solidFill>
                  <a:srgbClr val="FFFFFF"/>
                </a:solidFill>
                <a:latin typeface="Calibri" panose="020F0502020204030204"/>
                <a:ea typeface="Calibri" panose="020F0502020204030204"/>
              </a:rPr>
              <a:t>Kopargaon</a:t>
            </a:r>
            <a:endParaRPr lang="en-US" sz="1200" b="0" strike="noStrike" spc="-1" dirty="0">
              <a:latin typeface="Arial" panose="020B0604020202020204"/>
            </a:endParaRPr>
          </a:p>
        </p:txBody>
      </p:sp>
      <p:sp>
        <p:nvSpPr>
          <p:cNvPr id="265" name="CustomShape 4"/>
          <p:cNvSpPr/>
          <p:nvPr/>
        </p:nvSpPr>
        <p:spPr>
          <a:xfrm>
            <a:off x="9767880" y="6537240"/>
            <a:ext cx="1583280" cy="36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7C41553A-1625-4C4C-ACF5-1F704AAFE666}" type="slidenum">
              <a:rPr lang="en-US" sz="1400" b="1" strike="noStrike" spc="-1">
                <a:solidFill>
                  <a:srgbClr val="FFFFFF"/>
                </a:solidFill>
                <a:latin typeface="Calibri" panose="020F0502020204030204"/>
                <a:ea typeface="Calibri" panose="020F0502020204030204"/>
              </a:rPr>
            </a:fld>
            <a:endParaRPr lang="en-US" sz="1400" b="0" strike="noStrike" spc="-1">
              <a:latin typeface="Arial" panose="020B0604020202020204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6637" y="1205260"/>
            <a:ext cx="8121001" cy="51188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CustomShape 1"/>
          <p:cNvSpPr/>
          <p:nvPr/>
        </p:nvSpPr>
        <p:spPr>
          <a:xfrm>
            <a:off x="3886898" y="247680"/>
            <a:ext cx="4419792" cy="694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r>
              <a:rPr lang="en-IN" sz="2800" b="1" dirty="0"/>
              <a:t>COMPONENT DIAGRAM</a:t>
            </a:r>
            <a:endParaRPr lang="en-IN" sz="2800" b="1" dirty="0"/>
          </a:p>
        </p:txBody>
      </p:sp>
      <p:sp>
        <p:nvSpPr>
          <p:cNvPr id="264" name="CustomShape 3"/>
          <p:cNvSpPr/>
          <p:nvPr/>
        </p:nvSpPr>
        <p:spPr>
          <a:xfrm>
            <a:off x="2424240" y="6473880"/>
            <a:ext cx="7077600" cy="453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 dirty="0">
                <a:solidFill>
                  <a:srgbClr val="FFFFFF"/>
                </a:solidFill>
                <a:latin typeface="Calibri" panose="020F0502020204030204"/>
                <a:ea typeface="Calibri" panose="020F0502020204030204"/>
              </a:rPr>
              <a:t>DEPARTMENT OF INFORMATION TECHNOLOGY,  Sanjivani COE, </a:t>
            </a:r>
            <a:r>
              <a:rPr lang="en-US" sz="1200" b="1" strike="noStrike" spc="-1" dirty="0" err="1">
                <a:solidFill>
                  <a:srgbClr val="FFFFFF"/>
                </a:solidFill>
                <a:latin typeface="Calibri" panose="020F0502020204030204"/>
                <a:ea typeface="Calibri" panose="020F0502020204030204"/>
              </a:rPr>
              <a:t>Kopargaon</a:t>
            </a:r>
            <a:endParaRPr lang="en-US" sz="1200" b="0" strike="noStrike" spc="-1" dirty="0">
              <a:latin typeface="Arial" panose="020B0604020202020204"/>
            </a:endParaRPr>
          </a:p>
        </p:txBody>
      </p:sp>
      <p:sp>
        <p:nvSpPr>
          <p:cNvPr id="265" name="CustomShape 4"/>
          <p:cNvSpPr/>
          <p:nvPr/>
        </p:nvSpPr>
        <p:spPr>
          <a:xfrm>
            <a:off x="9767880" y="6537240"/>
            <a:ext cx="1583280" cy="36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7C41553A-1625-4C4C-ACF5-1F704AAFE666}" type="slidenum">
              <a:rPr lang="en-US" sz="1400" b="1" strike="noStrike" spc="-1">
                <a:solidFill>
                  <a:srgbClr val="FFFFFF"/>
                </a:solidFill>
                <a:latin typeface="Calibri" panose="020F0502020204030204"/>
                <a:ea typeface="Calibri" panose="020F0502020204030204"/>
              </a:rPr>
            </a:fld>
            <a:endParaRPr lang="en-US" sz="1400" b="0" strike="noStrike" spc="-1">
              <a:latin typeface="Arial" panose="020B0604020202020204"/>
            </a:endParaRPr>
          </a:p>
        </p:txBody>
      </p:sp>
      <p:sp>
        <p:nvSpPr>
          <p:cNvPr id="4" name="AutoShape 2"/>
          <p:cNvSpPr>
            <a:spLocks noChangeAspect="1" noChangeArrowheads="1"/>
          </p:cNvSpPr>
          <p:nvPr/>
        </p:nvSpPr>
        <p:spPr bwMode="auto">
          <a:xfrm>
            <a:off x="5943599" y="3276599"/>
            <a:ext cx="5053013" cy="5053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pic>
        <p:nvPicPr>
          <p:cNvPr id="5" name="Picture 4" descr="Screenshot 2026-04-19 2256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54375" y="1299845"/>
            <a:ext cx="7012940" cy="511492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CustomShape 1"/>
          <p:cNvSpPr/>
          <p:nvPr/>
        </p:nvSpPr>
        <p:spPr>
          <a:xfrm>
            <a:off x="3658253" y="238532"/>
            <a:ext cx="4609574" cy="694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r>
              <a:rPr lang="en-IN" sz="2800" b="1" dirty="0"/>
              <a:t>DEPLOYMENT DIAGRAM</a:t>
            </a:r>
            <a:endParaRPr lang="en-IN" sz="2800" b="1" dirty="0"/>
          </a:p>
        </p:txBody>
      </p:sp>
      <p:sp>
        <p:nvSpPr>
          <p:cNvPr id="263" name="CustomShape 2"/>
          <p:cNvSpPr/>
          <p:nvPr/>
        </p:nvSpPr>
        <p:spPr>
          <a:xfrm>
            <a:off x="838080" y="1825560"/>
            <a:ext cx="10513080" cy="4348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64" name="CustomShape 3"/>
          <p:cNvSpPr/>
          <p:nvPr/>
        </p:nvSpPr>
        <p:spPr>
          <a:xfrm>
            <a:off x="2424240" y="6473880"/>
            <a:ext cx="7077600" cy="453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 dirty="0">
                <a:solidFill>
                  <a:srgbClr val="FFFFFF"/>
                </a:solidFill>
                <a:latin typeface="Calibri" panose="020F0502020204030204"/>
                <a:ea typeface="Calibri" panose="020F0502020204030204"/>
              </a:rPr>
              <a:t>DEPARTMENT OF INFORMATION TECHNOLOGY,  Sanjivani COE, </a:t>
            </a:r>
            <a:r>
              <a:rPr lang="en-US" sz="1200" b="1" strike="noStrike" spc="-1" dirty="0" err="1">
                <a:solidFill>
                  <a:srgbClr val="FFFFFF"/>
                </a:solidFill>
                <a:latin typeface="Calibri" panose="020F0502020204030204"/>
                <a:ea typeface="Calibri" panose="020F0502020204030204"/>
              </a:rPr>
              <a:t>Kopargaon</a:t>
            </a:r>
            <a:endParaRPr lang="en-US" sz="1200" b="0" strike="noStrike" spc="-1" dirty="0">
              <a:latin typeface="Arial" panose="020B0604020202020204"/>
            </a:endParaRPr>
          </a:p>
        </p:txBody>
      </p:sp>
      <p:sp>
        <p:nvSpPr>
          <p:cNvPr id="265" name="CustomShape 4"/>
          <p:cNvSpPr/>
          <p:nvPr/>
        </p:nvSpPr>
        <p:spPr>
          <a:xfrm>
            <a:off x="9767880" y="6537240"/>
            <a:ext cx="1583280" cy="36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7C41553A-1625-4C4C-ACF5-1F704AAFE666}" type="slidenum">
              <a:rPr lang="en-US" sz="1400" b="1" strike="noStrike" spc="-1">
                <a:solidFill>
                  <a:srgbClr val="FFFFFF"/>
                </a:solidFill>
                <a:latin typeface="Calibri" panose="020F0502020204030204"/>
                <a:ea typeface="Calibri" panose="020F0502020204030204"/>
              </a:rPr>
            </a:fld>
            <a:endParaRPr lang="en-US" sz="1400" b="0" strike="noStrike" spc="-1">
              <a:latin typeface="Arial" panose="020B0604020202020204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8620" y="1232492"/>
            <a:ext cx="4572000" cy="481434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CustomShape 1"/>
          <p:cNvSpPr/>
          <p:nvPr/>
        </p:nvSpPr>
        <p:spPr>
          <a:xfrm>
            <a:off x="3370706" y="156900"/>
            <a:ext cx="5184668" cy="694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r>
              <a:rPr lang="en-IN" sz="2800" b="1" dirty="0"/>
              <a:t>DATA FLOW DIAGRAM(DFD)</a:t>
            </a:r>
            <a:endParaRPr lang="en-IN" sz="2800" b="1" dirty="0"/>
          </a:p>
        </p:txBody>
      </p:sp>
      <p:sp>
        <p:nvSpPr>
          <p:cNvPr id="263" name="CustomShape 2"/>
          <p:cNvSpPr/>
          <p:nvPr/>
        </p:nvSpPr>
        <p:spPr>
          <a:xfrm>
            <a:off x="838080" y="1825560"/>
            <a:ext cx="10513080" cy="4348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64" name="CustomShape 3"/>
          <p:cNvSpPr/>
          <p:nvPr/>
        </p:nvSpPr>
        <p:spPr>
          <a:xfrm>
            <a:off x="2424240" y="6473880"/>
            <a:ext cx="7077600" cy="453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 dirty="0">
                <a:solidFill>
                  <a:srgbClr val="FFFFFF"/>
                </a:solidFill>
                <a:latin typeface="Calibri" panose="020F0502020204030204"/>
                <a:ea typeface="Calibri" panose="020F0502020204030204"/>
              </a:rPr>
              <a:t>DEPARTMENT OF INFORMATION TECHNOLOGY,  Sanjivani COE, </a:t>
            </a:r>
            <a:r>
              <a:rPr lang="en-US" sz="1200" b="1" strike="noStrike" spc="-1" dirty="0" err="1">
                <a:solidFill>
                  <a:srgbClr val="FFFFFF"/>
                </a:solidFill>
                <a:latin typeface="Calibri" panose="020F0502020204030204"/>
                <a:ea typeface="Calibri" panose="020F0502020204030204"/>
              </a:rPr>
              <a:t>Kopargaon</a:t>
            </a:r>
            <a:endParaRPr lang="en-US" sz="1200" b="0" strike="noStrike" spc="-1" dirty="0">
              <a:latin typeface="Arial" panose="020B0604020202020204"/>
            </a:endParaRPr>
          </a:p>
        </p:txBody>
      </p:sp>
      <p:sp>
        <p:nvSpPr>
          <p:cNvPr id="265" name="CustomShape 4"/>
          <p:cNvSpPr/>
          <p:nvPr/>
        </p:nvSpPr>
        <p:spPr>
          <a:xfrm>
            <a:off x="9767880" y="6537240"/>
            <a:ext cx="1583280" cy="36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7C41553A-1625-4C4C-ACF5-1F704AAFE666}" type="slidenum">
              <a:rPr lang="en-US" sz="1400" b="1" strike="noStrike" spc="-1">
                <a:solidFill>
                  <a:srgbClr val="FFFFFF"/>
                </a:solidFill>
                <a:latin typeface="Calibri" panose="020F0502020204030204"/>
                <a:ea typeface="Calibri" panose="020F0502020204030204"/>
              </a:rPr>
            </a:fld>
            <a:endParaRPr lang="en-US" sz="1400" b="0" strike="noStrike" spc="-1">
              <a:latin typeface="Arial" panose="020B0604020202020204"/>
            </a:endParaRPr>
          </a:p>
        </p:txBody>
      </p:sp>
      <p:pic>
        <p:nvPicPr>
          <p:cNvPr id="3" name="Picture 2" descr="WhatsApp Image 2026-04-23 at 3.48.00 PM 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6780" y="1079500"/>
            <a:ext cx="8208645" cy="52908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CustomShape 1"/>
          <p:cNvSpPr/>
          <p:nvPr/>
        </p:nvSpPr>
        <p:spPr>
          <a:xfrm>
            <a:off x="3144170" y="256293"/>
            <a:ext cx="5900900" cy="694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r>
              <a:rPr lang="en-IN" sz="2800" b="1" dirty="0"/>
              <a:t>CONTROL FLOW DIAGRAM(CFD)</a:t>
            </a:r>
            <a:endParaRPr lang="en-IN" sz="2800" b="1" dirty="0"/>
          </a:p>
        </p:txBody>
      </p:sp>
      <p:sp>
        <p:nvSpPr>
          <p:cNvPr id="263" name="CustomShape 2"/>
          <p:cNvSpPr/>
          <p:nvPr/>
        </p:nvSpPr>
        <p:spPr>
          <a:xfrm>
            <a:off x="838080" y="1825560"/>
            <a:ext cx="10513080" cy="4348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64" name="CustomShape 3"/>
          <p:cNvSpPr/>
          <p:nvPr/>
        </p:nvSpPr>
        <p:spPr>
          <a:xfrm>
            <a:off x="2424240" y="6473880"/>
            <a:ext cx="7077600" cy="453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 dirty="0">
                <a:solidFill>
                  <a:srgbClr val="FFFFFF"/>
                </a:solidFill>
                <a:latin typeface="Calibri" panose="020F0502020204030204"/>
                <a:ea typeface="Calibri" panose="020F0502020204030204"/>
              </a:rPr>
              <a:t>DEPARTMENT OF INFORMATION TECHNOLOGY,  Sanjivani COE, </a:t>
            </a:r>
            <a:r>
              <a:rPr lang="en-US" sz="1200" b="1" strike="noStrike" spc="-1" dirty="0" err="1">
                <a:solidFill>
                  <a:srgbClr val="FFFFFF"/>
                </a:solidFill>
                <a:latin typeface="Calibri" panose="020F0502020204030204"/>
                <a:ea typeface="Calibri" panose="020F0502020204030204"/>
              </a:rPr>
              <a:t>Kopargaon</a:t>
            </a:r>
            <a:endParaRPr lang="en-US" sz="1200" b="0" strike="noStrike" spc="-1" dirty="0">
              <a:latin typeface="Arial" panose="020B0604020202020204"/>
            </a:endParaRPr>
          </a:p>
        </p:txBody>
      </p:sp>
      <p:sp>
        <p:nvSpPr>
          <p:cNvPr id="265" name="CustomShape 4"/>
          <p:cNvSpPr/>
          <p:nvPr/>
        </p:nvSpPr>
        <p:spPr>
          <a:xfrm>
            <a:off x="9767880" y="6537240"/>
            <a:ext cx="1583280" cy="36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7C41553A-1625-4C4C-ACF5-1F704AAFE666}" type="slidenum">
              <a:rPr lang="en-US" sz="1400" b="1" strike="noStrike" spc="-1">
                <a:solidFill>
                  <a:srgbClr val="FFFFFF"/>
                </a:solidFill>
                <a:latin typeface="Calibri" panose="020F0502020204030204"/>
                <a:ea typeface="Calibri" panose="020F0502020204030204"/>
              </a:rPr>
            </a:fld>
            <a:endParaRPr lang="en-US" sz="1400" b="0" strike="noStrike" spc="-1">
              <a:latin typeface="Arial" panose="020B0604020202020204"/>
            </a:endParaRPr>
          </a:p>
        </p:txBody>
      </p:sp>
      <p:pic>
        <p:nvPicPr>
          <p:cNvPr id="3" name="Picture 2" descr="WhatsApp Image 2026-04-23 at 3.48.00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4430" y="1189990"/>
            <a:ext cx="7665085" cy="51079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CustomShape 1"/>
          <p:cNvSpPr/>
          <p:nvPr/>
        </p:nvSpPr>
        <p:spPr>
          <a:xfrm>
            <a:off x="4622315" y="158780"/>
            <a:ext cx="2681450" cy="694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r>
              <a:rPr lang="en-IN" sz="2800" b="1" dirty="0"/>
              <a:t>CONCLUSION</a:t>
            </a:r>
            <a:endParaRPr lang="en-IN" sz="2800" b="1" dirty="0"/>
          </a:p>
        </p:txBody>
      </p:sp>
      <p:sp>
        <p:nvSpPr>
          <p:cNvPr id="263" name="CustomShape 2"/>
          <p:cNvSpPr/>
          <p:nvPr/>
        </p:nvSpPr>
        <p:spPr>
          <a:xfrm>
            <a:off x="838080" y="1825560"/>
            <a:ext cx="10513080" cy="4348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64" name="CustomShape 3"/>
          <p:cNvSpPr/>
          <p:nvPr/>
        </p:nvSpPr>
        <p:spPr>
          <a:xfrm>
            <a:off x="2424240" y="6473880"/>
            <a:ext cx="7077600" cy="453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 dirty="0">
                <a:solidFill>
                  <a:srgbClr val="FFFFFF"/>
                </a:solidFill>
                <a:latin typeface="Calibri" panose="020F0502020204030204"/>
                <a:ea typeface="Calibri" panose="020F0502020204030204"/>
              </a:rPr>
              <a:t>DEPARTMENT OF INFORMATION TECHNOLOGY,  Sanjivani COE, </a:t>
            </a:r>
            <a:r>
              <a:rPr lang="en-US" sz="1200" b="1" strike="noStrike" spc="-1" dirty="0" err="1">
                <a:solidFill>
                  <a:srgbClr val="FFFFFF"/>
                </a:solidFill>
                <a:latin typeface="Calibri" panose="020F0502020204030204"/>
                <a:ea typeface="Calibri" panose="020F0502020204030204"/>
              </a:rPr>
              <a:t>Kopargaon</a:t>
            </a:r>
            <a:endParaRPr lang="en-US" sz="1200" b="0" strike="noStrike" spc="-1" dirty="0">
              <a:latin typeface="Arial" panose="020B0604020202020204"/>
            </a:endParaRPr>
          </a:p>
        </p:txBody>
      </p:sp>
      <p:sp>
        <p:nvSpPr>
          <p:cNvPr id="265" name="CustomShape 4"/>
          <p:cNvSpPr/>
          <p:nvPr/>
        </p:nvSpPr>
        <p:spPr>
          <a:xfrm>
            <a:off x="9767880" y="6537240"/>
            <a:ext cx="1583280" cy="36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7C41553A-1625-4C4C-ACF5-1F704AAFE666}" type="slidenum">
              <a:rPr lang="en-US" sz="1400" b="1" strike="noStrike" spc="-1">
                <a:solidFill>
                  <a:srgbClr val="FFFFFF"/>
                </a:solidFill>
                <a:latin typeface="Calibri" panose="020F0502020204030204"/>
                <a:ea typeface="Calibri" panose="020F0502020204030204"/>
              </a:rPr>
            </a:fld>
            <a:endParaRPr lang="en-US" sz="1400" b="0" strike="noStrike" spc="-1">
              <a:latin typeface="Arial" panose="020B0604020202020204"/>
            </a:endParaRPr>
          </a:p>
        </p:txBody>
      </p:sp>
      <p:sp>
        <p:nvSpPr>
          <p:cNvPr id="3" name="Content Placeholder 2"/>
          <p:cNvSpPr txBox="1"/>
          <p:nvPr/>
        </p:nvSpPr>
        <p:spPr>
          <a:xfrm>
            <a:off x="835560" y="1526040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200" dirty="0"/>
              <a:t>The </a:t>
            </a:r>
            <a:r>
              <a:rPr lang="en-US" sz="2200" b="1" dirty="0"/>
              <a:t>Smart Student Mentoring Management System</a:t>
            </a:r>
            <a:r>
              <a:rPr lang="en-US" sz="2200" dirty="0"/>
              <a:t> improves communication between students and mentors.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/>
              <a:t>It provides </a:t>
            </a:r>
            <a:r>
              <a:rPr lang="en-US" sz="2200" b="1" dirty="0"/>
              <a:t>structured mentoring</a:t>
            </a:r>
            <a:r>
              <a:rPr lang="en-US" sz="2200" dirty="0"/>
              <a:t>, better tracking, and improved academic performance.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/>
              <a:t>Reduces manual work and ensures </a:t>
            </a:r>
            <a:r>
              <a:rPr lang="en-US" sz="2200" b="1" dirty="0"/>
              <a:t>efficient management of mentoring activities</a:t>
            </a:r>
            <a:r>
              <a:rPr lang="en-US" sz="2200" dirty="0"/>
              <a:t>.</a:t>
            </a:r>
            <a:endParaRPr lang="en-IN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CustomShape 1"/>
          <p:cNvSpPr/>
          <p:nvPr/>
        </p:nvSpPr>
        <p:spPr>
          <a:xfrm>
            <a:off x="4590565" y="215930"/>
            <a:ext cx="2744950" cy="694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r>
              <a:rPr lang="en-IN" sz="2800" b="1" dirty="0"/>
              <a:t>REFERENCES</a:t>
            </a:r>
            <a:endParaRPr lang="en-IN" sz="2800" b="1" dirty="0"/>
          </a:p>
        </p:txBody>
      </p:sp>
      <p:sp>
        <p:nvSpPr>
          <p:cNvPr id="263" name="CustomShape 2"/>
          <p:cNvSpPr/>
          <p:nvPr/>
        </p:nvSpPr>
        <p:spPr>
          <a:xfrm>
            <a:off x="838080" y="1825560"/>
            <a:ext cx="10513080" cy="4348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64" name="CustomShape 3"/>
          <p:cNvSpPr/>
          <p:nvPr/>
        </p:nvSpPr>
        <p:spPr>
          <a:xfrm>
            <a:off x="2424240" y="6473880"/>
            <a:ext cx="7077600" cy="453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 dirty="0">
                <a:solidFill>
                  <a:srgbClr val="FFFFFF"/>
                </a:solidFill>
                <a:latin typeface="Calibri" panose="020F0502020204030204"/>
                <a:ea typeface="Calibri" panose="020F0502020204030204"/>
              </a:rPr>
              <a:t>DEPARTMENT OF INFORMATION TECHNOLOGY,  Sanjivani COE, </a:t>
            </a:r>
            <a:r>
              <a:rPr lang="en-US" sz="1200" b="1" strike="noStrike" spc="-1" dirty="0" err="1">
                <a:solidFill>
                  <a:srgbClr val="FFFFFF"/>
                </a:solidFill>
                <a:latin typeface="Calibri" panose="020F0502020204030204"/>
                <a:ea typeface="Calibri" panose="020F0502020204030204"/>
              </a:rPr>
              <a:t>Kopargaon</a:t>
            </a:r>
            <a:endParaRPr lang="en-US" sz="1200" b="0" strike="noStrike" spc="-1" dirty="0">
              <a:latin typeface="Arial" panose="020B0604020202020204"/>
            </a:endParaRPr>
          </a:p>
        </p:txBody>
      </p:sp>
      <p:sp>
        <p:nvSpPr>
          <p:cNvPr id="265" name="CustomShape 4"/>
          <p:cNvSpPr/>
          <p:nvPr/>
        </p:nvSpPr>
        <p:spPr>
          <a:xfrm>
            <a:off x="9767880" y="6537240"/>
            <a:ext cx="1583280" cy="36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7C41553A-1625-4C4C-ACF5-1F704AAFE666}" type="slidenum">
              <a:rPr lang="en-US" sz="1400" b="1" strike="noStrike" spc="-1">
                <a:solidFill>
                  <a:srgbClr val="FFFFFF"/>
                </a:solidFill>
                <a:latin typeface="Calibri" panose="020F0502020204030204"/>
                <a:ea typeface="Calibri" panose="020F0502020204030204"/>
              </a:rPr>
            </a:fld>
            <a:endParaRPr lang="en-US" sz="1400" b="0" strike="noStrike" spc="-1">
              <a:latin typeface="Arial" panose="020B0604020202020204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38080" y="1790654"/>
            <a:ext cx="9623443" cy="1553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IEEE Papers on Mentoring Systems.</a:t>
            </a:r>
            <a:endParaRPr lang="en-US" sz="22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UML Design Documentation.</a:t>
            </a:r>
            <a:endParaRPr lang="en-US" sz="22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Online Research Articles.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CustomShape 1"/>
          <p:cNvSpPr/>
          <p:nvPr/>
        </p:nvSpPr>
        <p:spPr>
          <a:xfrm>
            <a:off x="1020600" y="247680"/>
            <a:ext cx="10513080" cy="694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63" name="CustomShape 2"/>
          <p:cNvSpPr/>
          <p:nvPr/>
        </p:nvSpPr>
        <p:spPr>
          <a:xfrm>
            <a:off x="838080" y="1825560"/>
            <a:ext cx="10513080" cy="4348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64" name="CustomShape 3"/>
          <p:cNvSpPr/>
          <p:nvPr/>
        </p:nvSpPr>
        <p:spPr>
          <a:xfrm>
            <a:off x="2424240" y="6473880"/>
            <a:ext cx="7077600" cy="453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 dirty="0">
                <a:solidFill>
                  <a:srgbClr val="FFFFFF"/>
                </a:solidFill>
                <a:latin typeface="Calibri" panose="020F0502020204030204"/>
                <a:ea typeface="Calibri" panose="020F0502020204030204"/>
              </a:rPr>
              <a:t>DEPARTMENT OF INFORMATION TECHNOLOGY,  Sanjivani COE, </a:t>
            </a:r>
            <a:r>
              <a:rPr lang="en-US" sz="1200" b="1" strike="noStrike" spc="-1" dirty="0" err="1">
                <a:solidFill>
                  <a:srgbClr val="FFFFFF"/>
                </a:solidFill>
                <a:latin typeface="Calibri" panose="020F0502020204030204"/>
                <a:ea typeface="Calibri" panose="020F0502020204030204"/>
              </a:rPr>
              <a:t>Kopargaon</a:t>
            </a:r>
            <a:endParaRPr lang="en-US" sz="1200" b="0" strike="noStrike" spc="-1" dirty="0">
              <a:latin typeface="Arial" panose="020B0604020202020204"/>
            </a:endParaRPr>
          </a:p>
        </p:txBody>
      </p:sp>
      <p:sp>
        <p:nvSpPr>
          <p:cNvPr id="265" name="CustomShape 4"/>
          <p:cNvSpPr/>
          <p:nvPr/>
        </p:nvSpPr>
        <p:spPr>
          <a:xfrm>
            <a:off x="9767880" y="6537240"/>
            <a:ext cx="1583280" cy="36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7C41553A-1625-4C4C-ACF5-1F704AAFE666}" type="slidenum">
              <a:rPr lang="en-US" sz="1400" b="1" strike="noStrike" spc="-1">
                <a:solidFill>
                  <a:srgbClr val="FFFFFF"/>
                </a:solidFill>
                <a:latin typeface="Calibri" panose="020F0502020204030204"/>
                <a:ea typeface="Calibri" panose="020F0502020204030204"/>
              </a:rPr>
            </a:fld>
            <a:endParaRPr lang="en-US" sz="1400" b="0" strike="noStrike" spc="-1">
              <a:latin typeface="Arial" panose="020B0604020202020204"/>
            </a:endParaRPr>
          </a:p>
        </p:txBody>
      </p:sp>
      <p:sp>
        <p:nvSpPr>
          <p:cNvPr id="266" name="CustomShape 5"/>
          <p:cNvSpPr/>
          <p:nvPr/>
        </p:nvSpPr>
        <p:spPr>
          <a:xfrm>
            <a:off x="4124922" y="2682994"/>
            <a:ext cx="3939396" cy="13169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457200" indent="-443230" algn="just">
              <a:lnSpc>
                <a:spcPct val="100000"/>
              </a:lnSpc>
              <a:tabLst>
                <a:tab pos="0" algn="l"/>
              </a:tabLst>
            </a:pPr>
            <a:r>
              <a:rPr lang="en-US" sz="6600" b="0" strike="noStrike" spc="-1" dirty="0">
                <a:solidFill>
                  <a:srgbClr val="22228B"/>
                </a:solidFill>
                <a:latin typeface="Times New Roman" panose="02020603050405020304"/>
                <a:ea typeface="Times New Roman" panose="02020603050405020304"/>
              </a:rPr>
              <a:t>Thank You</a:t>
            </a:r>
            <a:endParaRPr lang="en-US" sz="66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CC99"/>
      </a:accent4>
      <a:accent5>
        <a:srgbClr val="3333CC"/>
      </a:accent5>
      <a:accent6>
        <a:srgbClr val="FFFFFF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CC99"/>
      </a:accent4>
      <a:accent5>
        <a:srgbClr val="3333CC"/>
      </a:accent5>
      <a:accent6>
        <a:srgbClr val="FFFFFF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CC99"/>
      </a:accent4>
      <a:accent5>
        <a:srgbClr val="3333CC"/>
      </a:accent5>
      <a:accent6>
        <a:srgbClr val="FFFFFF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3464</Words>
  <Application>WPS Presentation</Application>
  <PresentationFormat>Custom</PresentationFormat>
  <Paragraphs>192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34" baseType="lpstr">
      <vt:lpstr>Arial</vt:lpstr>
      <vt:lpstr>SimSun</vt:lpstr>
      <vt:lpstr>Wingdings</vt:lpstr>
      <vt:lpstr>Times New Roman</vt:lpstr>
      <vt:lpstr>Arial</vt:lpstr>
      <vt:lpstr>Calibri</vt:lpstr>
      <vt:lpstr>Symbol</vt:lpstr>
      <vt:lpstr>Microsoft YaHei</vt:lpstr>
      <vt:lpstr>Arial Unicode MS</vt:lpstr>
      <vt:lpstr>DejaVu Sans</vt:lpstr>
      <vt:lpstr>Calibri</vt:lpstr>
      <vt:lpstr>Office Theme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computer</dc:creator>
  <cp:lastModifiedBy>vishwajeet pawade</cp:lastModifiedBy>
  <cp:revision>38</cp:revision>
  <dcterms:created xsi:type="dcterms:W3CDTF">2019-01-31T08:48:00Z</dcterms:created>
  <dcterms:modified xsi:type="dcterms:W3CDTF">2026-04-24T00:51:33Z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1033-12.1.0.25830</vt:lpwstr>
  </property>
  <property fmtid="{D5CDD505-2E9C-101B-9397-08002B2CF9AE}" pid="3" name="ICV">
    <vt:lpwstr>4BFA8A8F278549A8865EEF160E7C7DB9_12</vt:lpwstr>
  </property>
</Properties>
</file>